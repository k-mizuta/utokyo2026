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59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726"/>
  </p:normalViewPr>
  <p:slideViewPr>
    <p:cSldViewPr snapToGrid="0" showGuides="1">
      <p:cViewPr>
        <p:scale>
          <a:sx n="41" d="100"/>
          <a:sy n="41" d="100"/>
        </p:scale>
        <p:origin x="2104" y="-3088"/>
      </p:cViewPr>
      <p:guideLst>
        <p:guide orient="horz" pos="13459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A695E-AD23-9B4D-9F17-168A07AB1E6F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037FE-A356-A646-ADAD-90637D8CAE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624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037FE-A356-A646-ADAD-90637D8CAE4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88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73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3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14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55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4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99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68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85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36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56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3C9FA-98F7-4444-8E29-413DD2E365C8}" type="datetimeFigureOut">
              <a:rPr kumimoji="1" lang="ja-JP" altLang="en-US" smtClean="0"/>
              <a:t>2025/9/3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39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図 30">
            <a:extLst>
              <a:ext uri="{FF2B5EF4-FFF2-40B4-BE49-F238E27FC236}">
                <a16:creationId xmlns:a16="http://schemas.microsoft.com/office/drawing/2014/main" id="{F4879FBB-07F4-19F8-D1C8-14F7BA05C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3487" y="37207604"/>
            <a:ext cx="13546867" cy="471084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0B46DB98-DA77-C662-A727-A044EC779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3488" y="25364333"/>
            <a:ext cx="13522105" cy="1159037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B7457645-AF8A-57BE-5752-68BB4F752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329" y="25364334"/>
            <a:ext cx="13548908" cy="1655411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5D2821CB-90DA-E875-FE72-E44B46E89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9631" y="16974901"/>
            <a:ext cx="27635963" cy="794676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8638714-8B0D-7B43-8966-C4DB1B2E00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23489" y="5416064"/>
            <a:ext cx="13525750" cy="1111043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6F61131-3ACF-BE32-C7EE-1CA1BDA65A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974" y="5416064"/>
            <a:ext cx="13532730" cy="1111617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F820583-AE06-1D07-7C51-A5A8E65427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2329" y="666651"/>
            <a:ext cx="27623264" cy="402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2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1933</TotalTime>
  <Words>1</Words>
  <Application>Microsoft Macintosh PowerPoint</Application>
  <PresentationFormat>ユーザー設定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25</cp:revision>
  <dcterms:created xsi:type="dcterms:W3CDTF">2023-09-11T02:05:42Z</dcterms:created>
  <dcterms:modified xsi:type="dcterms:W3CDTF">2025-09-03T03:47:09Z</dcterms:modified>
</cp:coreProperties>
</file>