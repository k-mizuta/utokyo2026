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27641550" cy="79454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03" userDrawn="1">
          <p15:clr>
            <a:srgbClr val="A4A3A4"/>
          </p15:clr>
        </p15:guide>
        <p15:guide id="2" pos="868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569"/>
    <p:restoredTop sz="96327"/>
  </p:normalViewPr>
  <p:slideViewPr>
    <p:cSldViewPr snapToGrid="0" showGuides="1">
      <p:cViewPr>
        <p:scale>
          <a:sx n="56" d="100"/>
          <a:sy n="56" d="100"/>
        </p:scale>
        <p:origin x="2376" y="2128"/>
      </p:cViewPr>
      <p:guideLst>
        <p:guide orient="horz" pos="2503"/>
        <p:guide pos="868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55194" y="1300330"/>
            <a:ext cx="20731163" cy="2766190"/>
          </a:xfrm>
        </p:spPr>
        <p:txBody>
          <a:bodyPr anchor="b"/>
          <a:lstStyle>
            <a:lvl1pPr algn="ctr">
              <a:defRPr sz="6952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55194" y="4173195"/>
            <a:ext cx="20731163" cy="1918308"/>
          </a:xfrm>
        </p:spPr>
        <p:txBody>
          <a:bodyPr/>
          <a:lstStyle>
            <a:lvl1pPr marL="0" indent="0" algn="ctr">
              <a:buNone/>
              <a:defRPr sz="2781"/>
            </a:lvl1pPr>
            <a:lvl2pPr marL="529712" indent="0" algn="ctr">
              <a:buNone/>
              <a:defRPr sz="2317"/>
            </a:lvl2pPr>
            <a:lvl3pPr marL="1059424" indent="0" algn="ctr">
              <a:buNone/>
              <a:defRPr sz="2085"/>
            </a:lvl3pPr>
            <a:lvl4pPr marL="1589136" indent="0" algn="ctr">
              <a:buNone/>
              <a:defRPr sz="1854"/>
            </a:lvl4pPr>
            <a:lvl5pPr marL="2118848" indent="0" algn="ctr">
              <a:buNone/>
              <a:defRPr sz="1854"/>
            </a:lvl5pPr>
            <a:lvl6pPr marL="2648560" indent="0" algn="ctr">
              <a:buNone/>
              <a:defRPr sz="1854"/>
            </a:lvl6pPr>
            <a:lvl7pPr marL="3178272" indent="0" algn="ctr">
              <a:buNone/>
              <a:defRPr sz="1854"/>
            </a:lvl7pPr>
            <a:lvl8pPr marL="3707983" indent="0" algn="ctr">
              <a:buNone/>
              <a:defRPr sz="1854"/>
            </a:lvl8pPr>
            <a:lvl9pPr marL="4237695" indent="0" algn="ctr">
              <a:buNone/>
              <a:defRPr sz="1854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2025/8/15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9432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2025/8/15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6198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5960" y="1980843"/>
            <a:ext cx="23840837" cy="3305081"/>
          </a:xfrm>
        </p:spPr>
        <p:txBody>
          <a:bodyPr anchor="b"/>
          <a:lstStyle>
            <a:lvl1pPr>
              <a:defRPr sz="6952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5960" y="5317191"/>
            <a:ext cx="23840837" cy="1738064"/>
          </a:xfrm>
        </p:spPr>
        <p:txBody>
          <a:bodyPr/>
          <a:lstStyle>
            <a:lvl1pPr marL="0" indent="0">
              <a:buNone/>
              <a:defRPr sz="2781">
                <a:solidFill>
                  <a:schemeClr val="tx1">
                    <a:tint val="75000"/>
                  </a:schemeClr>
                </a:solidFill>
              </a:defRPr>
            </a:lvl1pPr>
            <a:lvl2pPr marL="529712" indent="0">
              <a:buNone/>
              <a:defRPr sz="2317">
                <a:solidFill>
                  <a:schemeClr val="tx1">
                    <a:tint val="75000"/>
                  </a:schemeClr>
                </a:solidFill>
              </a:defRPr>
            </a:lvl2pPr>
            <a:lvl3pPr marL="1059424" indent="0">
              <a:buNone/>
              <a:defRPr sz="2085">
                <a:solidFill>
                  <a:schemeClr val="tx1">
                    <a:tint val="75000"/>
                  </a:schemeClr>
                </a:solidFill>
              </a:defRPr>
            </a:lvl3pPr>
            <a:lvl4pPr marL="1589136" indent="0">
              <a:buNone/>
              <a:defRPr sz="1854">
                <a:solidFill>
                  <a:schemeClr val="tx1">
                    <a:tint val="75000"/>
                  </a:schemeClr>
                </a:solidFill>
              </a:defRPr>
            </a:lvl4pPr>
            <a:lvl5pPr marL="2118848" indent="0">
              <a:buNone/>
              <a:defRPr sz="1854">
                <a:solidFill>
                  <a:schemeClr val="tx1">
                    <a:tint val="75000"/>
                  </a:schemeClr>
                </a:solidFill>
              </a:defRPr>
            </a:lvl5pPr>
            <a:lvl6pPr marL="2648560" indent="0">
              <a:buNone/>
              <a:defRPr sz="1854">
                <a:solidFill>
                  <a:schemeClr val="tx1">
                    <a:tint val="75000"/>
                  </a:schemeClr>
                </a:solidFill>
              </a:defRPr>
            </a:lvl6pPr>
            <a:lvl7pPr marL="3178272" indent="0">
              <a:buNone/>
              <a:defRPr sz="1854">
                <a:solidFill>
                  <a:schemeClr val="tx1">
                    <a:tint val="75000"/>
                  </a:schemeClr>
                </a:solidFill>
              </a:defRPr>
            </a:lvl7pPr>
            <a:lvl8pPr marL="3707983" indent="0">
              <a:buNone/>
              <a:defRPr sz="1854">
                <a:solidFill>
                  <a:schemeClr val="tx1">
                    <a:tint val="75000"/>
                  </a:schemeClr>
                </a:solidFill>
              </a:defRPr>
            </a:lvl8pPr>
            <a:lvl9pPr marL="4237695" indent="0">
              <a:buNone/>
              <a:defRPr sz="185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2025/8/15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0361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00356" y="2115105"/>
            <a:ext cx="11747659" cy="504130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993535" y="2115105"/>
            <a:ext cx="11747659" cy="504130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2025/8/15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6749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3957" y="423021"/>
            <a:ext cx="23840837" cy="1535751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03958" y="1947736"/>
            <a:ext cx="11693670" cy="954556"/>
          </a:xfrm>
        </p:spPr>
        <p:txBody>
          <a:bodyPr anchor="b"/>
          <a:lstStyle>
            <a:lvl1pPr marL="0" indent="0">
              <a:buNone/>
              <a:defRPr sz="2781" b="1"/>
            </a:lvl1pPr>
            <a:lvl2pPr marL="529712" indent="0">
              <a:buNone/>
              <a:defRPr sz="2317" b="1"/>
            </a:lvl2pPr>
            <a:lvl3pPr marL="1059424" indent="0">
              <a:buNone/>
              <a:defRPr sz="2085" b="1"/>
            </a:lvl3pPr>
            <a:lvl4pPr marL="1589136" indent="0">
              <a:buNone/>
              <a:defRPr sz="1854" b="1"/>
            </a:lvl4pPr>
            <a:lvl5pPr marL="2118848" indent="0">
              <a:buNone/>
              <a:defRPr sz="1854" b="1"/>
            </a:lvl5pPr>
            <a:lvl6pPr marL="2648560" indent="0">
              <a:buNone/>
              <a:defRPr sz="1854" b="1"/>
            </a:lvl6pPr>
            <a:lvl7pPr marL="3178272" indent="0">
              <a:buNone/>
              <a:defRPr sz="1854" b="1"/>
            </a:lvl7pPr>
            <a:lvl8pPr marL="3707983" indent="0">
              <a:buNone/>
              <a:defRPr sz="1854" b="1"/>
            </a:lvl8pPr>
            <a:lvl9pPr marL="4237695" indent="0">
              <a:buNone/>
              <a:defRPr sz="1854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03958" y="2902292"/>
            <a:ext cx="11693670" cy="426883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993535" y="1947736"/>
            <a:ext cx="11751259" cy="954556"/>
          </a:xfrm>
        </p:spPr>
        <p:txBody>
          <a:bodyPr anchor="b"/>
          <a:lstStyle>
            <a:lvl1pPr marL="0" indent="0">
              <a:buNone/>
              <a:defRPr sz="2781" b="1"/>
            </a:lvl1pPr>
            <a:lvl2pPr marL="529712" indent="0">
              <a:buNone/>
              <a:defRPr sz="2317" b="1"/>
            </a:lvl2pPr>
            <a:lvl3pPr marL="1059424" indent="0">
              <a:buNone/>
              <a:defRPr sz="2085" b="1"/>
            </a:lvl3pPr>
            <a:lvl4pPr marL="1589136" indent="0">
              <a:buNone/>
              <a:defRPr sz="1854" b="1"/>
            </a:lvl4pPr>
            <a:lvl5pPr marL="2118848" indent="0">
              <a:buNone/>
              <a:defRPr sz="1854" b="1"/>
            </a:lvl5pPr>
            <a:lvl6pPr marL="2648560" indent="0">
              <a:buNone/>
              <a:defRPr sz="1854" b="1"/>
            </a:lvl6pPr>
            <a:lvl7pPr marL="3178272" indent="0">
              <a:buNone/>
              <a:defRPr sz="1854" b="1"/>
            </a:lvl7pPr>
            <a:lvl8pPr marL="3707983" indent="0">
              <a:buNone/>
              <a:defRPr sz="1854" b="1"/>
            </a:lvl8pPr>
            <a:lvl9pPr marL="4237695" indent="0">
              <a:buNone/>
              <a:defRPr sz="1854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993535" y="2902292"/>
            <a:ext cx="11751259" cy="426883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2025/8/15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7228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2025/8/15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6846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2025/8/15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1641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3958" y="529696"/>
            <a:ext cx="8915119" cy="1853936"/>
          </a:xfrm>
        </p:spPr>
        <p:txBody>
          <a:bodyPr anchor="b"/>
          <a:lstStyle>
            <a:lvl1pPr>
              <a:defRPr sz="3708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51259" y="1143996"/>
            <a:ext cx="13993535" cy="5646411"/>
          </a:xfrm>
        </p:spPr>
        <p:txBody>
          <a:bodyPr/>
          <a:lstStyle>
            <a:lvl1pPr>
              <a:defRPr sz="3708"/>
            </a:lvl1pPr>
            <a:lvl2pPr>
              <a:defRPr sz="3244"/>
            </a:lvl2pPr>
            <a:lvl3pPr>
              <a:defRPr sz="2781"/>
            </a:lvl3pPr>
            <a:lvl4pPr>
              <a:defRPr sz="2317"/>
            </a:lvl4pPr>
            <a:lvl5pPr>
              <a:defRPr sz="2317"/>
            </a:lvl5pPr>
            <a:lvl6pPr>
              <a:defRPr sz="2317"/>
            </a:lvl6pPr>
            <a:lvl7pPr>
              <a:defRPr sz="2317"/>
            </a:lvl7pPr>
            <a:lvl8pPr>
              <a:defRPr sz="2317"/>
            </a:lvl8pPr>
            <a:lvl9pPr>
              <a:defRPr sz="2317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03958" y="2383631"/>
            <a:ext cx="8915119" cy="4415972"/>
          </a:xfrm>
        </p:spPr>
        <p:txBody>
          <a:bodyPr/>
          <a:lstStyle>
            <a:lvl1pPr marL="0" indent="0">
              <a:buNone/>
              <a:defRPr sz="1854"/>
            </a:lvl1pPr>
            <a:lvl2pPr marL="529712" indent="0">
              <a:buNone/>
              <a:defRPr sz="1622"/>
            </a:lvl2pPr>
            <a:lvl3pPr marL="1059424" indent="0">
              <a:buNone/>
              <a:defRPr sz="1390"/>
            </a:lvl3pPr>
            <a:lvl4pPr marL="1589136" indent="0">
              <a:buNone/>
              <a:defRPr sz="1159"/>
            </a:lvl4pPr>
            <a:lvl5pPr marL="2118848" indent="0">
              <a:buNone/>
              <a:defRPr sz="1159"/>
            </a:lvl5pPr>
            <a:lvl6pPr marL="2648560" indent="0">
              <a:buNone/>
              <a:defRPr sz="1159"/>
            </a:lvl6pPr>
            <a:lvl7pPr marL="3178272" indent="0">
              <a:buNone/>
              <a:defRPr sz="1159"/>
            </a:lvl7pPr>
            <a:lvl8pPr marL="3707983" indent="0">
              <a:buNone/>
              <a:defRPr sz="1159"/>
            </a:lvl8pPr>
            <a:lvl9pPr marL="4237695" indent="0">
              <a:buNone/>
              <a:defRPr sz="1159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2025/8/15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7767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3958" y="529696"/>
            <a:ext cx="8915119" cy="1853936"/>
          </a:xfrm>
        </p:spPr>
        <p:txBody>
          <a:bodyPr anchor="b"/>
          <a:lstStyle>
            <a:lvl1pPr>
              <a:defRPr sz="3708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751259" y="1143996"/>
            <a:ext cx="13993535" cy="5646411"/>
          </a:xfrm>
        </p:spPr>
        <p:txBody>
          <a:bodyPr anchor="t"/>
          <a:lstStyle>
            <a:lvl1pPr marL="0" indent="0">
              <a:buNone/>
              <a:defRPr sz="3708"/>
            </a:lvl1pPr>
            <a:lvl2pPr marL="529712" indent="0">
              <a:buNone/>
              <a:defRPr sz="3244"/>
            </a:lvl2pPr>
            <a:lvl3pPr marL="1059424" indent="0">
              <a:buNone/>
              <a:defRPr sz="2781"/>
            </a:lvl3pPr>
            <a:lvl4pPr marL="1589136" indent="0">
              <a:buNone/>
              <a:defRPr sz="2317"/>
            </a:lvl4pPr>
            <a:lvl5pPr marL="2118848" indent="0">
              <a:buNone/>
              <a:defRPr sz="2317"/>
            </a:lvl5pPr>
            <a:lvl6pPr marL="2648560" indent="0">
              <a:buNone/>
              <a:defRPr sz="2317"/>
            </a:lvl6pPr>
            <a:lvl7pPr marL="3178272" indent="0">
              <a:buNone/>
              <a:defRPr sz="2317"/>
            </a:lvl7pPr>
            <a:lvl8pPr marL="3707983" indent="0">
              <a:buNone/>
              <a:defRPr sz="2317"/>
            </a:lvl8pPr>
            <a:lvl9pPr marL="4237695" indent="0">
              <a:buNone/>
              <a:defRPr sz="2317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03958" y="2383631"/>
            <a:ext cx="8915119" cy="4415972"/>
          </a:xfrm>
        </p:spPr>
        <p:txBody>
          <a:bodyPr/>
          <a:lstStyle>
            <a:lvl1pPr marL="0" indent="0">
              <a:buNone/>
              <a:defRPr sz="1854"/>
            </a:lvl1pPr>
            <a:lvl2pPr marL="529712" indent="0">
              <a:buNone/>
              <a:defRPr sz="1622"/>
            </a:lvl2pPr>
            <a:lvl3pPr marL="1059424" indent="0">
              <a:buNone/>
              <a:defRPr sz="1390"/>
            </a:lvl3pPr>
            <a:lvl4pPr marL="1589136" indent="0">
              <a:buNone/>
              <a:defRPr sz="1159"/>
            </a:lvl4pPr>
            <a:lvl5pPr marL="2118848" indent="0">
              <a:buNone/>
              <a:defRPr sz="1159"/>
            </a:lvl5pPr>
            <a:lvl6pPr marL="2648560" indent="0">
              <a:buNone/>
              <a:defRPr sz="1159"/>
            </a:lvl6pPr>
            <a:lvl7pPr marL="3178272" indent="0">
              <a:buNone/>
              <a:defRPr sz="1159"/>
            </a:lvl7pPr>
            <a:lvl8pPr marL="3707983" indent="0">
              <a:buNone/>
              <a:defRPr sz="1159"/>
            </a:lvl8pPr>
            <a:lvl9pPr marL="4237695" indent="0">
              <a:buNone/>
              <a:defRPr sz="1159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2025/8/15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7650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2025/8/15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1259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9780984" y="423021"/>
            <a:ext cx="5960209" cy="6733391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0357" y="423021"/>
            <a:ext cx="17535108" cy="6733391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2025/8/15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3362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00357" y="423021"/>
            <a:ext cx="23840837" cy="15357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00357" y="2115105"/>
            <a:ext cx="23840837" cy="50413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00356" y="7364245"/>
            <a:ext cx="6219349" cy="4230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02A9BB-8336-1F4C-AA8D-E45E345636B3}" type="datetimeFigureOut">
              <a:rPr kumimoji="1" lang="ja-JP" altLang="en-US" smtClean="0"/>
              <a:t>2025/8/15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56264" y="7364245"/>
            <a:ext cx="9329023" cy="4230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521845" y="7364245"/>
            <a:ext cx="6219349" cy="4230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1623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59424" rtl="0" eaLnBrk="1" latinLnBrk="0" hangingPunct="1">
        <a:lnSpc>
          <a:spcPct val="90000"/>
        </a:lnSpc>
        <a:spcBef>
          <a:spcPct val="0"/>
        </a:spcBef>
        <a:buNone/>
        <a:defRPr kumimoji="1" sz="50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4856" indent="-264856" algn="l" defTabSz="1059424" rtl="0" eaLnBrk="1" latinLnBrk="0" hangingPunct="1">
        <a:lnSpc>
          <a:spcPct val="90000"/>
        </a:lnSpc>
        <a:spcBef>
          <a:spcPts val="1159"/>
        </a:spcBef>
        <a:buFont typeface="Arial" panose="020B0604020202020204" pitchFamily="34" charset="0"/>
        <a:buChar char="•"/>
        <a:defRPr kumimoji="1" sz="3244" kern="1200">
          <a:solidFill>
            <a:schemeClr val="tx1"/>
          </a:solidFill>
          <a:latin typeface="+mn-lt"/>
          <a:ea typeface="+mn-ea"/>
          <a:cs typeface="+mn-cs"/>
        </a:defRPr>
      </a:lvl1pPr>
      <a:lvl2pPr marL="794568" indent="-264856" algn="l" defTabSz="1059424" rtl="0" eaLnBrk="1" latinLnBrk="0" hangingPunct="1">
        <a:lnSpc>
          <a:spcPct val="90000"/>
        </a:lnSpc>
        <a:spcBef>
          <a:spcPts val="579"/>
        </a:spcBef>
        <a:buFont typeface="Arial" panose="020B0604020202020204" pitchFamily="34" charset="0"/>
        <a:buChar char="•"/>
        <a:defRPr kumimoji="1" sz="2781" kern="1200">
          <a:solidFill>
            <a:schemeClr val="tx1"/>
          </a:solidFill>
          <a:latin typeface="+mn-lt"/>
          <a:ea typeface="+mn-ea"/>
          <a:cs typeface="+mn-cs"/>
        </a:defRPr>
      </a:lvl2pPr>
      <a:lvl3pPr marL="1324280" indent="-264856" algn="l" defTabSz="1059424" rtl="0" eaLnBrk="1" latinLnBrk="0" hangingPunct="1">
        <a:lnSpc>
          <a:spcPct val="90000"/>
        </a:lnSpc>
        <a:spcBef>
          <a:spcPts val="579"/>
        </a:spcBef>
        <a:buFont typeface="Arial" panose="020B0604020202020204" pitchFamily="34" charset="0"/>
        <a:buChar char="•"/>
        <a:defRPr kumimoji="1" sz="2317" kern="1200">
          <a:solidFill>
            <a:schemeClr val="tx1"/>
          </a:solidFill>
          <a:latin typeface="+mn-lt"/>
          <a:ea typeface="+mn-ea"/>
          <a:cs typeface="+mn-cs"/>
        </a:defRPr>
      </a:lvl3pPr>
      <a:lvl4pPr marL="1853992" indent="-264856" algn="l" defTabSz="1059424" rtl="0" eaLnBrk="1" latinLnBrk="0" hangingPunct="1">
        <a:lnSpc>
          <a:spcPct val="90000"/>
        </a:lnSpc>
        <a:spcBef>
          <a:spcPts val="579"/>
        </a:spcBef>
        <a:buFont typeface="Arial" panose="020B0604020202020204" pitchFamily="34" charset="0"/>
        <a:buChar char="•"/>
        <a:defRPr kumimoji="1" sz="2085" kern="1200">
          <a:solidFill>
            <a:schemeClr val="tx1"/>
          </a:solidFill>
          <a:latin typeface="+mn-lt"/>
          <a:ea typeface="+mn-ea"/>
          <a:cs typeface="+mn-cs"/>
        </a:defRPr>
      </a:lvl4pPr>
      <a:lvl5pPr marL="2383704" indent="-264856" algn="l" defTabSz="1059424" rtl="0" eaLnBrk="1" latinLnBrk="0" hangingPunct="1">
        <a:lnSpc>
          <a:spcPct val="90000"/>
        </a:lnSpc>
        <a:spcBef>
          <a:spcPts val="579"/>
        </a:spcBef>
        <a:buFont typeface="Arial" panose="020B0604020202020204" pitchFamily="34" charset="0"/>
        <a:buChar char="•"/>
        <a:defRPr kumimoji="1" sz="2085" kern="1200">
          <a:solidFill>
            <a:schemeClr val="tx1"/>
          </a:solidFill>
          <a:latin typeface="+mn-lt"/>
          <a:ea typeface="+mn-ea"/>
          <a:cs typeface="+mn-cs"/>
        </a:defRPr>
      </a:lvl5pPr>
      <a:lvl6pPr marL="2913416" indent="-264856" algn="l" defTabSz="1059424" rtl="0" eaLnBrk="1" latinLnBrk="0" hangingPunct="1">
        <a:lnSpc>
          <a:spcPct val="90000"/>
        </a:lnSpc>
        <a:spcBef>
          <a:spcPts val="579"/>
        </a:spcBef>
        <a:buFont typeface="Arial" panose="020B0604020202020204" pitchFamily="34" charset="0"/>
        <a:buChar char="•"/>
        <a:defRPr kumimoji="1" sz="2085" kern="1200">
          <a:solidFill>
            <a:schemeClr val="tx1"/>
          </a:solidFill>
          <a:latin typeface="+mn-lt"/>
          <a:ea typeface="+mn-ea"/>
          <a:cs typeface="+mn-cs"/>
        </a:defRPr>
      </a:lvl6pPr>
      <a:lvl7pPr marL="3443127" indent="-264856" algn="l" defTabSz="1059424" rtl="0" eaLnBrk="1" latinLnBrk="0" hangingPunct="1">
        <a:lnSpc>
          <a:spcPct val="90000"/>
        </a:lnSpc>
        <a:spcBef>
          <a:spcPts val="579"/>
        </a:spcBef>
        <a:buFont typeface="Arial" panose="020B0604020202020204" pitchFamily="34" charset="0"/>
        <a:buChar char="•"/>
        <a:defRPr kumimoji="1" sz="2085" kern="1200">
          <a:solidFill>
            <a:schemeClr val="tx1"/>
          </a:solidFill>
          <a:latin typeface="+mn-lt"/>
          <a:ea typeface="+mn-ea"/>
          <a:cs typeface="+mn-cs"/>
        </a:defRPr>
      </a:lvl7pPr>
      <a:lvl8pPr marL="3972839" indent="-264856" algn="l" defTabSz="1059424" rtl="0" eaLnBrk="1" latinLnBrk="0" hangingPunct="1">
        <a:lnSpc>
          <a:spcPct val="90000"/>
        </a:lnSpc>
        <a:spcBef>
          <a:spcPts val="579"/>
        </a:spcBef>
        <a:buFont typeface="Arial" panose="020B0604020202020204" pitchFamily="34" charset="0"/>
        <a:buChar char="•"/>
        <a:defRPr kumimoji="1" sz="2085" kern="1200">
          <a:solidFill>
            <a:schemeClr val="tx1"/>
          </a:solidFill>
          <a:latin typeface="+mn-lt"/>
          <a:ea typeface="+mn-ea"/>
          <a:cs typeface="+mn-cs"/>
        </a:defRPr>
      </a:lvl8pPr>
      <a:lvl9pPr marL="4502551" indent="-264856" algn="l" defTabSz="1059424" rtl="0" eaLnBrk="1" latinLnBrk="0" hangingPunct="1">
        <a:lnSpc>
          <a:spcPct val="90000"/>
        </a:lnSpc>
        <a:spcBef>
          <a:spcPts val="579"/>
        </a:spcBef>
        <a:buFont typeface="Arial" panose="020B0604020202020204" pitchFamily="34" charset="0"/>
        <a:buChar char="•"/>
        <a:defRPr kumimoji="1" sz="20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9424" rtl="0" eaLnBrk="1" latinLnBrk="0" hangingPunct="1">
        <a:defRPr kumimoji="1" sz="2085" kern="1200">
          <a:solidFill>
            <a:schemeClr val="tx1"/>
          </a:solidFill>
          <a:latin typeface="+mn-lt"/>
          <a:ea typeface="+mn-ea"/>
          <a:cs typeface="+mn-cs"/>
        </a:defRPr>
      </a:lvl1pPr>
      <a:lvl2pPr marL="529712" algn="l" defTabSz="1059424" rtl="0" eaLnBrk="1" latinLnBrk="0" hangingPunct="1">
        <a:defRPr kumimoji="1" sz="2085" kern="1200">
          <a:solidFill>
            <a:schemeClr val="tx1"/>
          </a:solidFill>
          <a:latin typeface="+mn-lt"/>
          <a:ea typeface="+mn-ea"/>
          <a:cs typeface="+mn-cs"/>
        </a:defRPr>
      </a:lvl2pPr>
      <a:lvl3pPr marL="1059424" algn="l" defTabSz="1059424" rtl="0" eaLnBrk="1" latinLnBrk="0" hangingPunct="1">
        <a:defRPr kumimoji="1" sz="2085" kern="1200">
          <a:solidFill>
            <a:schemeClr val="tx1"/>
          </a:solidFill>
          <a:latin typeface="+mn-lt"/>
          <a:ea typeface="+mn-ea"/>
          <a:cs typeface="+mn-cs"/>
        </a:defRPr>
      </a:lvl3pPr>
      <a:lvl4pPr marL="1589136" algn="l" defTabSz="1059424" rtl="0" eaLnBrk="1" latinLnBrk="0" hangingPunct="1">
        <a:defRPr kumimoji="1" sz="2085" kern="1200">
          <a:solidFill>
            <a:schemeClr val="tx1"/>
          </a:solidFill>
          <a:latin typeface="+mn-lt"/>
          <a:ea typeface="+mn-ea"/>
          <a:cs typeface="+mn-cs"/>
        </a:defRPr>
      </a:lvl4pPr>
      <a:lvl5pPr marL="2118848" algn="l" defTabSz="1059424" rtl="0" eaLnBrk="1" latinLnBrk="0" hangingPunct="1">
        <a:defRPr kumimoji="1" sz="2085" kern="1200">
          <a:solidFill>
            <a:schemeClr val="tx1"/>
          </a:solidFill>
          <a:latin typeface="+mn-lt"/>
          <a:ea typeface="+mn-ea"/>
          <a:cs typeface="+mn-cs"/>
        </a:defRPr>
      </a:lvl5pPr>
      <a:lvl6pPr marL="2648560" algn="l" defTabSz="1059424" rtl="0" eaLnBrk="1" latinLnBrk="0" hangingPunct="1">
        <a:defRPr kumimoji="1" sz="2085" kern="1200">
          <a:solidFill>
            <a:schemeClr val="tx1"/>
          </a:solidFill>
          <a:latin typeface="+mn-lt"/>
          <a:ea typeface="+mn-ea"/>
          <a:cs typeface="+mn-cs"/>
        </a:defRPr>
      </a:lvl6pPr>
      <a:lvl7pPr marL="3178272" algn="l" defTabSz="1059424" rtl="0" eaLnBrk="1" latinLnBrk="0" hangingPunct="1">
        <a:defRPr kumimoji="1" sz="2085" kern="1200">
          <a:solidFill>
            <a:schemeClr val="tx1"/>
          </a:solidFill>
          <a:latin typeface="+mn-lt"/>
          <a:ea typeface="+mn-ea"/>
          <a:cs typeface="+mn-cs"/>
        </a:defRPr>
      </a:lvl7pPr>
      <a:lvl8pPr marL="3707983" algn="l" defTabSz="1059424" rtl="0" eaLnBrk="1" latinLnBrk="0" hangingPunct="1">
        <a:defRPr kumimoji="1" sz="2085" kern="1200">
          <a:solidFill>
            <a:schemeClr val="tx1"/>
          </a:solidFill>
          <a:latin typeface="+mn-lt"/>
          <a:ea typeface="+mn-ea"/>
          <a:cs typeface="+mn-cs"/>
        </a:defRPr>
      </a:lvl8pPr>
      <a:lvl9pPr marL="4237695" algn="l" defTabSz="1059424" rtl="0" eaLnBrk="1" latinLnBrk="0" hangingPunct="1">
        <a:defRPr kumimoji="1" sz="20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emf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3445FE3-3D2E-AFCC-1537-DCEC7B522802}"/>
              </a:ext>
            </a:extLst>
          </p:cNvPr>
          <p:cNvSpPr/>
          <p:nvPr/>
        </p:nvSpPr>
        <p:spPr>
          <a:xfrm>
            <a:off x="0" y="-23273"/>
            <a:ext cx="27641550" cy="794464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2ACD646-2506-78B8-C2A6-2179A21A1EE6}"/>
              </a:ext>
            </a:extLst>
          </p:cNvPr>
          <p:cNvSpPr/>
          <p:nvPr/>
        </p:nvSpPr>
        <p:spPr>
          <a:xfrm>
            <a:off x="0" y="-1"/>
            <a:ext cx="27641550" cy="19267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A452396-FE6F-8F6A-645E-FADB6EE66640}"/>
              </a:ext>
            </a:extLst>
          </p:cNvPr>
          <p:cNvSpPr txBox="1"/>
          <p:nvPr/>
        </p:nvSpPr>
        <p:spPr>
          <a:xfrm>
            <a:off x="473528" y="409386"/>
            <a:ext cx="263359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6600" dirty="0">
                <a:solidFill>
                  <a:schemeClr val="bg1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3. Motivation &amp; Result: </a:t>
            </a:r>
            <a:r>
              <a:rPr kumimoji="1" lang="ja-JP" altLang="en-US" sz="6600">
                <a:solidFill>
                  <a:schemeClr val="bg1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低エネルギー初期状態に対する本質的効率性</a:t>
            </a:r>
            <a:r>
              <a:rPr kumimoji="1" lang="en-US" altLang="ja-JP" sz="6600" dirty="0">
                <a:solidFill>
                  <a:schemeClr val="bg1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</a:t>
            </a:r>
            <a:endParaRPr kumimoji="1" lang="ja-JP" altLang="en-US" sz="6600">
              <a:solidFill>
                <a:schemeClr val="bg1"/>
              </a:solidFill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2A1CEE6A-B778-D79E-900A-A23BA8A25213}"/>
              </a:ext>
            </a:extLst>
          </p:cNvPr>
          <p:cNvSpPr txBox="1"/>
          <p:nvPr/>
        </p:nvSpPr>
        <p:spPr>
          <a:xfrm>
            <a:off x="284521" y="2253613"/>
            <a:ext cx="1685077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ja-JP" altLang="en-US" sz="36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■</a:t>
            </a:r>
            <a:r>
              <a:rPr kumimoji="1" lang="en-US" altLang="ja-JP" sz="36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</a:t>
            </a:r>
            <a:r>
              <a:rPr kumimoji="1" lang="ja-JP" altLang="en-US" sz="36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動機</a:t>
            </a: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150FC443-22ED-B025-51EC-0AFE303B3F68}"/>
              </a:ext>
            </a:extLst>
          </p:cNvPr>
          <p:cNvSpPr txBox="1"/>
          <p:nvPr/>
        </p:nvSpPr>
        <p:spPr>
          <a:xfrm>
            <a:off x="747389" y="4147049"/>
            <a:ext cx="226085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[Setup]</a:t>
            </a:r>
            <a:endParaRPr lang="ja-JP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DA133908-C81B-0FFA-1CF5-FAF2E379D307}"/>
              </a:ext>
            </a:extLst>
          </p:cNvPr>
          <p:cNvSpPr txBox="1"/>
          <p:nvPr/>
        </p:nvSpPr>
        <p:spPr>
          <a:xfrm>
            <a:off x="2211051" y="2276982"/>
            <a:ext cx="1118947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3200" b="1">
                <a:solidFill>
                  <a:schemeClr val="accent2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物理的に興味のあるクラスの初期状態に対して</a:t>
            </a:r>
            <a:endParaRPr kumimoji="1" lang="en-US" altLang="ja-JP" sz="3200" b="1" dirty="0">
              <a:solidFill>
                <a:schemeClr val="accent2"/>
              </a:solidFill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  <a:p>
            <a:pPr algn="r"/>
            <a:r>
              <a:rPr kumimoji="1" lang="ja-JP" altLang="en-US" sz="3200" b="1">
                <a:solidFill>
                  <a:schemeClr val="accent2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誤差・コストを本質的に改善できるか？</a:t>
            </a:r>
            <a:endParaRPr lang="ja-JP" altLang="en-US" sz="3200" b="1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A99D9B24-91E5-0FB4-E608-60610625E6D4}"/>
              </a:ext>
            </a:extLst>
          </p:cNvPr>
          <p:cNvSpPr txBox="1"/>
          <p:nvPr/>
        </p:nvSpPr>
        <p:spPr>
          <a:xfrm>
            <a:off x="8208186" y="3358021"/>
            <a:ext cx="5159856" cy="457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2400" b="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Worst-case error </a:t>
            </a:r>
            <a:r>
              <a:rPr kumimoji="1" lang="ja-JP" altLang="en-US" sz="24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は過大評価している</a:t>
            </a:r>
            <a:endParaRPr lang="ja-JP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DAAB2F02-D7E9-434C-0C07-87B15087B0D9}"/>
              </a:ext>
            </a:extLst>
          </p:cNvPr>
          <p:cNvSpPr txBox="1"/>
          <p:nvPr/>
        </p:nvSpPr>
        <p:spPr>
          <a:xfrm>
            <a:off x="13970878" y="2231476"/>
            <a:ext cx="1685077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ja-JP" altLang="en-US" sz="36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■</a:t>
            </a:r>
            <a:r>
              <a:rPr kumimoji="1" lang="en-US" altLang="ja-JP" sz="36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</a:t>
            </a:r>
            <a:r>
              <a:rPr kumimoji="1" lang="ja-JP" altLang="en-US" sz="36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結果</a:t>
            </a:r>
          </a:p>
        </p:txBody>
      </p:sp>
      <p:pic>
        <p:nvPicPr>
          <p:cNvPr id="4" name="Picture 2" descr="\begin{align*}&#10;  H = \sum_X h_X, \quad h_X \geq 0&#10;\end{align*}">
            <a:extLst>
              <a:ext uri="{FF2B5EF4-FFF2-40B4-BE49-F238E27FC236}">
                <a16:creationId xmlns:a16="http://schemas.microsoft.com/office/drawing/2014/main" id="{A3F5E1AC-FA84-D447-9902-92B0C6B7E2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8403" y="4584259"/>
            <a:ext cx="3889513" cy="854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8F77D9C5-DF05-A2BF-8BC9-F30841FAF431}"/>
                  </a:ext>
                </a:extLst>
              </p:cNvPr>
              <p:cNvSpPr txBox="1"/>
              <p:nvPr/>
            </p:nvSpPr>
            <p:spPr>
              <a:xfrm>
                <a:off x="2786588" y="4487037"/>
                <a:ext cx="431738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240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半正定値項からなる一般の</a:t>
                </a:r>
                <a:endParaRPr kumimoji="1" lang="en-US" altLang="ja-JP" sz="2400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  <a:p>
                <a:pPr algn="ctr"/>
                <a:r>
                  <a:rPr kumimoji="1" lang="en-US" altLang="ja-JP" sz="24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kumimoji="1" lang="en-US" altLang="ja-JP" sz="24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-qubit </a:t>
                </a:r>
                <a:r>
                  <a:rPr kumimoji="1" lang="ja-JP" altLang="en-US" sz="240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局所</a:t>
                </a:r>
                <a:r>
                  <a:rPr kumimoji="1" lang="en-US" altLang="ja-JP" sz="24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Hamiltonian</a:t>
                </a:r>
                <a:endParaRPr kumimoji="1" lang="ja-JP" altLang="en-US" sz="240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8F77D9C5-DF05-A2BF-8BC9-F30841FAF4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6588" y="4487037"/>
                <a:ext cx="4317386" cy="830997"/>
              </a:xfrm>
              <a:prstGeom prst="rect">
                <a:avLst/>
              </a:prstGeom>
              <a:blipFill>
                <a:blip r:embed="rId3"/>
                <a:stretch>
                  <a:fillRect t="-7576" b="-1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大かっこ 5">
            <a:extLst>
              <a:ext uri="{FF2B5EF4-FFF2-40B4-BE49-F238E27FC236}">
                <a16:creationId xmlns:a16="http://schemas.microsoft.com/office/drawing/2014/main" id="{A8092CD2-434A-5B66-A8B3-6AD1567D4EA4}"/>
              </a:ext>
            </a:extLst>
          </p:cNvPr>
          <p:cNvSpPr/>
          <p:nvPr/>
        </p:nvSpPr>
        <p:spPr>
          <a:xfrm>
            <a:off x="1162774" y="5662704"/>
            <a:ext cx="11953168" cy="2018420"/>
          </a:xfrm>
          <a:prstGeom prst="bracketPair">
            <a:avLst>
              <a:gd name="adj" fmla="val 11947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5DC2B79-AB63-C360-1359-82D44D241FE0}"/>
              </a:ext>
            </a:extLst>
          </p:cNvPr>
          <p:cNvSpPr txBox="1"/>
          <p:nvPr/>
        </p:nvSpPr>
        <p:spPr>
          <a:xfrm>
            <a:off x="1663303" y="5578845"/>
            <a:ext cx="6669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・</a:t>
            </a:r>
            <a:r>
              <a:rPr kumimoji="1" lang="en-US" altLang="ja-JP" sz="28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1 site </a:t>
            </a:r>
            <a:r>
              <a:rPr kumimoji="1" lang="ja-JP" altLang="en-US" sz="28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あたりエネルギー</a:t>
            </a:r>
            <a:r>
              <a:rPr kumimoji="1" lang="en-US" altLang="ja-JP" sz="28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(extensiveness):</a:t>
            </a:r>
            <a:endParaRPr kumimoji="1" lang="ja-JP" altLang="en-US" sz="28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pic>
        <p:nvPicPr>
          <p:cNvPr id="9" name="Picture 4" descr="\begin{align*}&#10;  g = \max_{i=1,\cdots, N} \left( \sum_{X \ni i} \| h_X \|\right)&#10;\end{align*}">
            <a:extLst>
              <a:ext uri="{FF2B5EF4-FFF2-40B4-BE49-F238E27FC236}">
                <a16:creationId xmlns:a16="http://schemas.microsoft.com/office/drawing/2014/main" id="{4B34C15E-4E5B-C79D-2430-0AEFAC33A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9740" y="5734455"/>
            <a:ext cx="3451496" cy="967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1D4204D-3E4B-3086-0557-8A8EF0CA75FC}"/>
              </a:ext>
            </a:extLst>
          </p:cNvPr>
          <p:cNvSpPr txBox="1"/>
          <p:nvPr/>
        </p:nvSpPr>
        <p:spPr>
          <a:xfrm>
            <a:off x="1663303" y="7126803"/>
            <a:ext cx="42900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・全系の最大エネルギー</a:t>
            </a:r>
            <a:r>
              <a:rPr kumimoji="1" lang="en-US" altLang="ja-JP" sz="28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:</a:t>
            </a:r>
            <a:endParaRPr kumimoji="1" lang="ja-JP" altLang="en-US" sz="28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F9AC7FAC-892F-1610-0469-9D1A01A6C50D}"/>
                  </a:ext>
                </a:extLst>
              </p:cNvPr>
              <p:cNvSpPr txBox="1"/>
              <p:nvPr/>
            </p:nvSpPr>
            <p:spPr>
              <a:xfrm>
                <a:off x="2512520" y="6429929"/>
                <a:ext cx="516251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sz="2400" b="0">
                    <a:solidFill>
                      <a:schemeClr val="tx1">
                        <a:lumMod val="50000"/>
                        <a:lumOff val="50000"/>
                      </a:schemeClr>
                    </a:solidFill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有限距離相互作用の場合、</a:t>
                </a:r>
                <a:r>
                  <a:rPr kumimoji="1" lang="en-US" altLang="ja-JP" sz="2400" b="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𝑔</m:t>
                    </m:r>
                    <m:r>
                      <a:rPr kumimoji="1" lang="en-US" altLang="ja-JP" sz="2400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kumimoji="1" lang="en-US" altLang="ja-JP" sz="2400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𝒪</m:t>
                    </m:r>
                    <m:r>
                      <a:rPr kumimoji="1" lang="en-US" altLang="ja-JP" sz="2400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(1)</m:t>
                    </m:r>
                  </m:oMath>
                </a14:m>
                <a:endParaRPr kumimoji="1" lang="ja-JP" altLang="en-US" sz="240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F9AC7FAC-892F-1610-0469-9D1A01A6C5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2520" y="6429929"/>
                <a:ext cx="5162515" cy="461665"/>
              </a:xfrm>
              <a:prstGeom prst="rect">
                <a:avLst/>
              </a:prstGeom>
              <a:blipFill>
                <a:blip r:embed="rId5"/>
                <a:stretch>
                  <a:fillRect l="-1716" t="-16216" b="-2162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\begin{align*}&#10;    Ng \quad (\geq \| H \|)&#10;\end{align*}">
            <a:extLst>
              <a:ext uri="{FF2B5EF4-FFF2-40B4-BE49-F238E27FC236}">
                <a16:creationId xmlns:a16="http://schemas.microsoft.com/office/drawing/2014/main" id="{25BF341C-E51F-2E61-92F0-218B3957F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7767" y="7212892"/>
            <a:ext cx="2026981" cy="329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FA3400D-D1C6-F0CB-04FF-EB1FFC00F708}"/>
              </a:ext>
            </a:extLst>
          </p:cNvPr>
          <p:cNvSpPr txBox="1"/>
          <p:nvPr/>
        </p:nvSpPr>
        <p:spPr>
          <a:xfrm>
            <a:off x="15978552" y="2254322"/>
            <a:ext cx="880650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b="1">
                <a:solidFill>
                  <a:schemeClr val="accent2"/>
                </a:solidFill>
                <a:latin typeface="YUKYOKASHO MEDIUM" panose="02000500000000000000" pitchFamily="2" charset="-128"/>
                <a:ea typeface="YUKYOKASHO MEDIUM" panose="02000500000000000000" pitchFamily="2" charset="-128"/>
                <a:cs typeface="Times New Roman" panose="02020603050405020304" pitchFamily="18" charset="0"/>
              </a:rPr>
              <a:t>低エネルギー初期状態に対する</a:t>
            </a:r>
            <a:endParaRPr lang="en-US" altLang="ja-JP" sz="3200" b="1" dirty="0">
              <a:solidFill>
                <a:schemeClr val="accent2"/>
              </a:solidFill>
              <a:latin typeface="YUKYOKASHO MEDIUM" panose="02000500000000000000" pitchFamily="2" charset="-128"/>
              <a:ea typeface="YUKYOKASHO MEDIUM" panose="02000500000000000000" pitchFamily="2" charset="-128"/>
              <a:cs typeface="Times New Roman" panose="02020603050405020304" pitchFamily="18" charset="0"/>
            </a:endParaRPr>
          </a:p>
          <a:p>
            <a:pPr algn="r"/>
            <a:r>
              <a:rPr lang="ja-JP" altLang="en-US" sz="3200" b="1">
                <a:solidFill>
                  <a:schemeClr val="accent2"/>
                </a:solidFill>
                <a:latin typeface="YUKYOKASHO MEDIUM" panose="02000500000000000000" pitchFamily="2" charset="-128"/>
                <a:ea typeface="YUKYOKASHO MEDIUM" panose="02000500000000000000" pitchFamily="2" charset="-128"/>
                <a:cs typeface="Times New Roman" panose="02020603050405020304" pitchFamily="18" charset="0"/>
              </a:rPr>
              <a:t>普遍的なスケーリングの改善を証明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8DB3DB6-9333-13A5-8A7E-E263F0D797CD}"/>
              </a:ext>
            </a:extLst>
          </p:cNvPr>
          <p:cNvSpPr txBox="1"/>
          <p:nvPr/>
        </p:nvSpPr>
        <p:spPr>
          <a:xfrm>
            <a:off x="14511232" y="3843177"/>
            <a:ext cx="40655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800" b="1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[</a:t>
            </a:r>
            <a:r>
              <a:rPr lang="ja-JP" altLang="en-US" sz="2800" b="1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低エネルギー初期状態</a:t>
            </a:r>
            <a:r>
              <a:rPr lang="en-US" altLang="ja-JP" sz="2800" b="1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]</a:t>
            </a:r>
            <a:endParaRPr lang="ja-JP" altLang="en-US" sz="24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7DCF2E38-C6B1-6A8E-F435-6CD556395E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369322" y="2336157"/>
            <a:ext cx="1786510" cy="2612206"/>
          </a:xfrm>
          <a:prstGeom prst="rect">
            <a:avLst/>
          </a:prstGeom>
        </p:spPr>
      </p:pic>
      <p:pic>
        <p:nvPicPr>
          <p:cNvPr id="15" name="Picture 8" descr="\begin{align*}&#10;  \ket{\psi_{\leq \Delta}} = \sum_{n; E_n \leq \Delta} c_n \ket{E_n}, \quad 0 \leq \Delta \ll Ng&#10;\end{align*}">
            <a:extLst>
              <a:ext uri="{FF2B5EF4-FFF2-40B4-BE49-F238E27FC236}">
                <a16:creationId xmlns:a16="http://schemas.microsoft.com/office/drawing/2014/main" id="{06B183A5-341D-198D-810E-8386683ABB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83007" y="3905002"/>
            <a:ext cx="5802047" cy="769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D1E161BC-F4FD-42AC-3373-30BF24F0D7C9}"/>
              </a:ext>
            </a:extLst>
          </p:cNvPr>
          <p:cNvSpPr/>
          <p:nvPr/>
        </p:nvSpPr>
        <p:spPr>
          <a:xfrm>
            <a:off x="14116391" y="5121644"/>
            <a:ext cx="13155188" cy="255947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DF5AA3E-5C02-B28D-021E-7C8988BB4804}"/>
              </a:ext>
            </a:extLst>
          </p:cNvPr>
          <p:cNvSpPr txBox="1"/>
          <p:nvPr/>
        </p:nvSpPr>
        <p:spPr>
          <a:xfrm>
            <a:off x="14511232" y="4813461"/>
            <a:ext cx="2257471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ja-JP" sz="2800" b="1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[</a:t>
            </a:r>
            <a:r>
              <a:rPr lang="ja-JP" altLang="en-US" sz="2800" b="1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計算コスト</a:t>
            </a:r>
            <a:r>
              <a:rPr lang="en-US" altLang="ja-JP" sz="2800" b="1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]</a:t>
            </a:r>
            <a:endParaRPr lang="ja-JP" altLang="en-US" sz="24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FBB925EF-0F12-C359-E584-78C25E0FBE4F}"/>
              </a:ext>
            </a:extLst>
          </p:cNvPr>
          <p:cNvSpPr txBox="1"/>
          <p:nvPr/>
        </p:nvSpPr>
        <p:spPr>
          <a:xfrm>
            <a:off x="22673690" y="4289791"/>
            <a:ext cx="26956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>
                <a:solidFill>
                  <a:schemeClr val="accent2"/>
                </a:solidFill>
                <a:latin typeface="YuKyokasho Medium" panose="02000500000000000000" pitchFamily="2" charset="-128"/>
                <a:ea typeface="YuKyokasho Medium" panose="02000500000000000000" pitchFamily="2" charset="-128"/>
                <a:cs typeface="Times New Roman" panose="02020603050405020304" pitchFamily="18" charset="0"/>
              </a:rPr>
              <a:t>初期状態エネルギー</a:t>
            </a:r>
            <a:endParaRPr lang="ja-JP" altLang="en-US" sz="2000">
              <a:solidFill>
                <a:schemeClr val="accent2"/>
              </a:solidFill>
              <a:latin typeface="YuKyokasho Medium" panose="02000500000000000000" pitchFamily="2" charset="-128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6D1E71E9-CC21-9AD6-1E6D-9FE4148CBC3F}"/>
              </a:ext>
            </a:extLst>
          </p:cNvPr>
          <p:cNvSpPr txBox="1"/>
          <p:nvPr/>
        </p:nvSpPr>
        <p:spPr>
          <a:xfrm>
            <a:off x="14995454" y="5418595"/>
            <a:ext cx="13852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2000" u="sng">
                <a:latin typeface="YuKyokasho Medium" panose="02000500000000000000" pitchFamily="2" charset="-128"/>
                <a:ea typeface="YuKyokasho Medium" panose="02000500000000000000" pitchFamily="2" charset="-128"/>
                <a:cs typeface="Times New Roman" panose="02020603050405020304" pitchFamily="18" charset="0"/>
              </a:rPr>
              <a:t>任意の</a:t>
            </a:r>
            <a:endParaRPr lang="en-US" altLang="ja-JP" sz="2000" u="sng" dirty="0">
              <a:latin typeface="YuKyokasho Medium" panose="02000500000000000000" pitchFamily="2" charset="-128"/>
              <a:ea typeface="YuKyokasho Medium" panose="02000500000000000000" pitchFamily="2" charset="-128"/>
              <a:cs typeface="Times New Roman" panose="02020603050405020304" pitchFamily="18" charset="0"/>
            </a:endParaRPr>
          </a:p>
          <a:p>
            <a:pPr algn="ctr"/>
            <a:r>
              <a:rPr lang="ja-JP" altLang="en-US" sz="2000" u="sng">
                <a:latin typeface="YuKyokasho Medium" panose="02000500000000000000" pitchFamily="2" charset="-128"/>
                <a:ea typeface="YuKyokasho Medium" panose="02000500000000000000" pitchFamily="2" charset="-128"/>
                <a:cs typeface="Times New Roman" panose="02020603050405020304" pitchFamily="18" charset="0"/>
              </a:rPr>
              <a:t>初期状態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AA82D976-1FD3-EFE3-6292-C7A5F0A5DF2C}"/>
              </a:ext>
            </a:extLst>
          </p:cNvPr>
          <p:cNvSpPr txBox="1"/>
          <p:nvPr/>
        </p:nvSpPr>
        <p:spPr>
          <a:xfrm>
            <a:off x="19979149" y="5418595"/>
            <a:ext cx="218557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2000" u="sng">
                <a:latin typeface="YuKyokasho Medium" panose="02000500000000000000" pitchFamily="2" charset="-128"/>
                <a:ea typeface="YuKyokasho Medium" panose="02000500000000000000" pitchFamily="2" charset="-128"/>
                <a:cs typeface="Times New Roman" panose="02020603050405020304" pitchFamily="18" charset="0"/>
              </a:rPr>
              <a:t>低エネルギー</a:t>
            </a:r>
            <a:endParaRPr lang="en-US" altLang="ja-JP" sz="2000" u="sng" dirty="0">
              <a:latin typeface="YuKyokasho Medium" panose="02000500000000000000" pitchFamily="2" charset="-128"/>
              <a:ea typeface="YuKyokasho Medium" panose="02000500000000000000" pitchFamily="2" charset="-128"/>
              <a:cs typeface="Times New Roman" panose="02020603050405020304" pitchFamily="18" charset="0"/>
            </a:endParaRPr>
          </a:p>
          <a:p>
            <a:pPr algn="ctr"/>
            <a:r>
              <a:rPr lang="ja-JP" altLang="en-US" sz="2000" u="sng">
                <a:latin typeface="YuKyokasho Medium" panose="02000500000000000000" pitchFamily="2" charset="-128"/>
                <a:ea typeface="YuKyokasho Medium" panose="02000500000000000000" pitchFamily="2" charset="-128"/>
                <a:cs typeface="Times New Roman" panose="02020603050405020304" pitchFamily="18" charset="0"/>
              </a:rPr>
              <a:t>初期状態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8361F638-2E75-E3D0-C9DD-21D57D0EF048}"/>
              </a:ext>
            </a:extLst>
          </p:cNvPr>
          <p:cNvSpPr/>
          <p:nvPr/>
        </p:nvSpPr>
        <p:spPr>
          <a:xfrm>
            <a:off x="17870721" y="5621229"/>
            <a:ext cx="406492" cy="1714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6C150B9E-8296-218A-C92E-10A0992BEA9C}"/>
              </a:ext>
            </a:extLst>
          </p:cNvPr>
          <p:cNvGrpSpPr/>
          <p:nvPr/>
        </p:nvGrpSpPr>
        <p:grpSpPr>
          <a:xfrm>
            <a:off x="16648890" y="5371074"/>
            <a:ext cx="2197029" cy="826378"/>
            <a:chOff x="17424204" y="5456426"/>
            <a:chExt cx="2197029" cy="826378"/>
          </a:xfrm>
        </p:grpSpPr>
        <p:pic>
          <p:nvPicPr>
            <p:cNvPr id="18" name="Picture 2" descr="\begin{align*}&#10;  gt \left( \frac{Ngt}{\varepsilon}\right)^{\frac1p}&#10;\end{align*}">
              <a:extLst>
                <a:ext uri="{FF2B5EF4-FFF2-40B4-BE49-F238E27FC236}">
                  <a16:creationId xmlns:a16="http://schemas.microsoft.com/office/drawing/2014/main" id="{4E3FFA63-9214-4B31-9CB7-A944B9662D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106208" y="5456426"/>
              <a:ext cx="1515025" cy="8263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\begin{align*}&#10;  r \propto&#10;\end{align*}">
              <a:extLst>
                <a:ext uri="{FF2B5EF4-FFF2-40B4-BE49-F238E27FC236}">
                  <a16:creationId xmlns:a16="http://schemas.microsoft.com/office/drawing/2014/main" id="{1918A32E-14ED-9F49-6239-DA7ECA244E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424204" y="5878067"/>
              <a:ext cx="495093" cy="1567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E79B412A-17FE-C601-5019-64F25550D2F1}"/>
              </a:ext>
            </a:extLst>
          </p:cNvPr>
          <p:cNvSpPr/>
          <p:nvPr/>
        </p:nvSpPr>
        <p:spPr>
          <a:xfrm>
            <a:off x="23847744" y="5570215"/>
            <a:ext cx="310838" cy="1714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CE9B98E2-F46F-61C4-0055-22E18C1E6EE9}"/>
              </a:ext>
            </a:extLst>
          </p:cNvPr>
          <p:cNvGrpSpPr/>
          <p:nvPr/>
        </p:nvGrpSpPr>
        <p:grpSpPr>
          <a:xfrm>
            <a:off x="22507621" y="5328512"/>
            <a:ext cx="3971155" cy="826378"/>
            <a:chOff x="22838275" y="5464878"/>
            <a:chExt cx="3971155" cy="826378"/>
          </a:xfrm>
        </p:grpSpPr>
        <p:pic>
          <p:nvPicPr>
            <p:cNvPr id="19" name="Picture 4" descr="\begin{align*}&#10;  gt \left( \frac{(\Delta + g \log (N/\varepsilon))t}{\varepsilon}\right)^{\frac1p}&#10;\end{align*}">
              <a:extLst>
                <a:ext uri="{FF2B5EF4-FFF2-40B4-BE49-F238E27FC236}">
                  <a16:creationId xmlns:a16="http://schemas.microsoft.com/office/drawing/2014/main" id="{665FEB91-62A3-013C-6B84-649DCD45C2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03918" y="5464878"/>
              <a:ext cx="3305512" cy="8263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4" descr="\begin{align*}&#10;  r \propto&#10;\end{align*}">
              <a:extLst>
                <a:ext uri="{FF2B5EF4-FFF2-40B4-BE49-F238E27FC236}">
                  <a16:creationId xmlns:a16="http://schemas.microsoft.com/office/drawing/2014/main" id="{6565C3DF-FC6F-4EF0-D066-B92B5B3DAA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838275" y="5869615"/>
              <a:ext cx="495093" cy="1567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EAF021B0-60FE-EB5E-D4B9-AAB50F80ED4A}"/>
                  </a:ext>
                </a:extLst>
              </p:cNvPr>
              <p:cNvSpPr txBox="1"/>
              <p:nvPr/>
            </p:nvSpPr>
            <p:spPr>
              <a:xfrm>
                <a:off x="14443512" y="6344418"/>
                <a:ext cx="822397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ja-JP" altLang="en-US" sz="240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・初期状態のエネルギー</a:t>
                </a:r>
                <a:r>
                  <a:rPr lang="en-US" altLang="ja-JP" sz="24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∆∈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𝑜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𝑁𝑔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ja-JP" sz="24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</a:t>
                </a:r>
                <a:r>
                  <a:rPr lang="ja-JP" altLang="en-US" sz="240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でアルゴリズム高速化</a:t>
                </a:r>
              </a:p>
            </p:txBody>
          </p:sp>
        </mc:Choice>
        <mc:Fallback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EAF021B0-60FE-EB5E-D4B9-AAB50F80ED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43512" y="6344418"/>
                <a:ext cx="8223979" cy="461665"/>
              </a:xfrm>
              <a:prstGeom prst="rect">
                <a:avLst/>
              </a:prstGeom>
              <a:blipFill>
                <a:blip r:embed="rId12"/>
                <a:stretch>
                  <a:fillRect l="-1235" t="-13514" b="-2432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465CD02C-E58D-B333-732F-9370DE7C5A3F}"/>
              </a:ext>
            </a:extLst>
          </p:cNvPr>
          <p:cNvSpPr txBox="1"/>
          <p:nvPr/>
        </p:nvSpPr>
        <p:spPr>
          <a:xfrm>
            <a:off x="14443512" y="6826311"/>
            <a:ext cx="128280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・種々の先行研究の結果を改善</a:t>
            </a:r>
            <a:r>
              <a:rPr lang="en-US" altLang="ja-JP" sz="24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&amp; </a:t>
            </a:r>
            <a:r>
              <a:rPr lang="ja-JP" altLang="en-US" sz="2400">
                <a:solidFill>
                  <a:schemeClr val="accent2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これ以上改善できない最適なスケーリングを達成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FF57E640-5861-5891-87F5-F7A85BFE6F4D}"/>
              </a:ext>
            </a:extLst>
          </p:cNvPr>
          <p:cNvSpPr txBox="1"/>
          <p:nvPr/>
        </p:nvSpPr>
        <p:spPr>
          <a:xfrm>
            <a:off x="15073606" y="7284990"/>
            <a:ext cx="269536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ja-JP" sz="1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" altLang="ja-JP" sz="1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Şahinoğlu</a:t>
            </a:r>
            <a:r>
              <a:rPr lang="en" altLang="ja-JP" sz="1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et al., </a:t>
            </a:r>
            <a:r>
              <a:rPr lang="en" altLang="ja-JP" sz="1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Npj</a:t>
            </a:r>
            <a:r>
              <a:rPr lang="en" altLang="ja-JP" sz="1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Quantum Info. (2021)</a:t>
            </a:r>
          </a:p>
        </p:txBody>
      </p:sp>
    </p:spTree>
    <p:extLst>
      <p:ext uri="{BB962C8B-B14F-4D97-AF65-F5344CB8AC3E}">
        <p14:creationId xmlns:p14="http://schemas.microsoft.com/office/powerpoint/2010/main" val="3354969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375</TotalTime>
  <Words>165</Words>
  <Application>Microsoft Macintosh PowerPoint</Application>
  <PresentationFormat>ユーザー設定</PresentationFormat>
  <Paragraphs>24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9" baseType="lpstr">
      <vt:lpstr>YUKYOKASHO MEDIUM</vt:lpstr>
      <vt:lpstr>YUKYOKASHO MEDIUM</vt:lpstr>
      <vt:lpstr>Arial</vt:lpstr>
      <vt:lpstr>Calibri</vt:lpstr>
      <vt:lpstr>Calibri Light</vt:lpstr>
      <vt:lpstr>Cambria Math</vt:lpstr>
      <vt:lpstr>Times New Roman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水田　郁</dc:creator>
  <cp:lastModifiedBy>水田　郁</cp:lastModifiedBy>
  <cp:revision>9</cp:revision>
  <dcterms:created xsi:type="dcterms:W3CDTF">2023-12-08T07:40:41Z</dcterms:created>
  <dcterms:modified xsi:type="dcterms:W3CDTF">2025-08-15T06:17:56Z</dcterms:modified>
</cp:coreProperties>
</file>