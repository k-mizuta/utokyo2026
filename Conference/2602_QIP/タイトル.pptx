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</p:sldIdLst>
  <p:sldSz cx="27641550" cy="40322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270" userDrawn="1">
          <p15:clr>
            <a:srgbClr val="A4A3A4"/>
          </p15:clr>
        </p15:guide>
        <p15:guide id="2" pos="870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364"/>
    <p:restoredTop sz="96327"/>
  </p:normalViewPr>
  <p:slideViewPr>
    <p:cSldViewPr snapToGrid="0" showGuides="1">
      <p:cViewPr varScale="1">
        <p:scale>
          <a:sx n="58" d="100"/>
          <a:sy n="58" d="100"/>
        </p:scale>
        <p:origin x="288" y="2104"/>
      </p:cViewPr>
      <p:guideLst>
        <p:guide orient="horz" pos="1270"/>
        <p:guide pos="870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455194" y="659908"/>
            <a:ext cx="20731163" cy="1403820"/>
          </a:xfrm>
        </p:spPr>
        <p:txBody>
          <a:bodyPr anchor="b"/>
          <a:lstStyle>
            <a:lvl1pPr algn="ctr">
              <a:defRPr sz="3528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455194" y="2117865"/>
            <a:ext cx="20731163" cy="973527"/>
          </a:xfrm>
        </p:spPr>
        <p:txBody>
          <a:bodyPr/>
          <a:lstStyle>
            <a:lvl1pPr marL="0" indent="0" algn="ctr">
              <a:buNone/>
              <a:defRPr sz="1411"/>
            </a:lvl1pPr>
            <a:lvl2pPr marL="268834" indent="0" algn="ctr">
              <a:buNone/>
              <a:defRPr sz="1176"/>
            </a:lvl2pPr>
            <a:lvl3pPr marL="537667" indent="0" algn="ctr">
              <a:buNone/>
              <a:defRPr sz="1058"/>
            </a:lvl3pPr>
            <a:lvl4pPr marL="806501" indent="0" algn="ctr">
              <a:buNone/>
              <a:defRPr sz="941"/>
            </a:lvl4pPr>
            <a:lvl5pPr marL="1075334" indent="0" algn="ctr">
              <a:buNone/>
              <a:defRPr sz="941"/>
            </a:lvl5pPr>
            <a:lvl6pPr marL="1344168" indent="0" algn="ctr">
              <a:buNone/>
              <a:defRPr sz="941"/>
            </a:lvl6pPr>
            <a:lvl7pPr marL="1613002" indent="0" algn="ctr">
              <a:buNone/>
              <a:defRPr sz="941"/>
            </a:lvl7pPr>
            <a:lvl8pPr marL="1881835" indent="0" algn="ctr">
              <a:buNone/>
              <a:defRPr sz="941"/>
            </a:lvl8pPr>
            <a:lvl9pPr marL="2150669" indent="0" algn="ctr">
              <a:buNone/>
              <a:defRPr sz="941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6C56E5-2BD0-9B4B-9D5D-E53D5E1FBD89}" type="datetimeFigureOut">
              <a:rPr kumimoji="1" lang="ja-JP" altLang="en-US" smtClean="0"/>
              <a:t>2025/9/3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FD32FB-43F9-E148-9F03-DB18FACF2EC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698530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6C56E5-2BD0-9B4B-9D5D-E53D5E1FBD89}" type="datetimeFigureOut">
              <a:rPr kumimoji="1" lang="ja-JP" altLang="en-US" smtClean="0"/>
              <a:t>2025/9/3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FD32FB-43F9-E148-9F03-DB18FACF2EC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30034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85960" y="1005263"/>
            <a:ext cx="23840837" cy="1677304"/>
          </a:xfrm>
        </p:spPr>
        <p:txBody>
          <a:bodyPr anchor="b"/>
          <a:lstStyle>
            <a:lvl1pPr>
              <a:defRPr sz="3528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885960" y="2698435"/>
            <a:ext cx="23840837" cy="882054"/>
          </a:xfrm>
        </p:spPr>
        <p:txBody>
          <a:bodyPr/>
          <a:lstStyle>
            <a:lvl1pPr marL="0" indent="0">
              <a:buNone/>
              <a:defRPr sz="1411">
                <a:solidFill>
                  <a:schemeClr val="tx1">
                    <a:tint val="75000"/>
                  </a:schemeClr>
                </a:solidFill>
              </a:defRPr>
            </a:lvl1pPr>
            <a:lvl2pPr marL="268834" indent="0">
              <a:buNone/>
              <a:defRPr sz="1176">
                <a:solidFill>
                  <a:schemeClr val="tx1">
                    <a:tint val="75000"/>
                  </a:schemeClr>
                </a:solidFill>
              </a:defRPr>
            </a:lvl2pPr>
            <a:lvl3pPr marL="537667" indent="0">
              <a:buNone/>
              <a:defRPr sz="1058">
                <a:solidFill>
                  <a:schemeClr val="tx1">
                    <a:tint val="75000"/>
                  </a:schemeClr>
                </a:solidFill>
              </a:defRPr>
            </a:lvl3pPr>
            <a:lvl4pPr marL="806501" indent="0">
              <a:buNone/>
              <a:defRPr sz="941">
                <a:solidFill>
                  <a:schemeClr val="tx1">
                    <a:tint val="75000"/>
                  </a:schemeClr>
                </a:solidFill>
              </a:defRPr>
            </a:lvl4pPr>
            <a:lvl5pPr marL="1075334" indent="0">
              <a:buNone/>
              <a:defRPr sz="941">
                <a:solidFill>
                  <a:schemeClr val="tx1">
                    <a:tint val="75000"/>
                  </a:schemeClr>
                </a:solidFill>
              </a:defRPr>
            </a:lvl5pPr>
            <a:lvl6pPr marL="1344168" indent="0">
              <a:buNone/>
              <a:defRPr sz="941">
                <a:solidFill>
                  <a:schemeClr val="tx1">
                    <a:tint val="75000"/>
                  </a:schemeClr>
                </a:solidFill>
              </a:defRPr>
            </a:lvl6pPr>
            <a:lvl7pPr marL="1613002" indent="0">
              <a:buNone/>
              <a:defRPr sz="941">
                <a:solidFill>
                  <a:schemeClr val="tx1">
                    <a:tint val="75000"/>
                  </a:schemeClr>
                </a:solidFill>
              </a:defRPr>
            </a:lvl7pPr>
            <a:lvl8pPr marL="1881835" indent="0">
              <a:buNone/>
              <a:defRPr sz="941">
                <a:solidFill>
                  <a:schemeClr val="tx1">
                    <a:tint val="75000"/>
                  </a:schemeClr>
                </a:solidFill>
              </a:defRPr>
            </a:lvl8pPr>
            <a:lvl9pPr marL="2150669" indent="0">
              <a:buNone/>
              <a:defRPr sz="941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6C56E5-2BD0-9B4B-9D5D-E53D5E1FBD89}" type="datetimeFigureOut">
              <a:rPr kumimoji="1" lang="ja-JP" altLang="en-US" smtClean="0"/>
              <a:t>2025/9/3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FD32FB-43F9-E148-9F03-DB18FACF2EC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657391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900356" y="1073400"/>
            <a:ext cx="11747659" cy="2558426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993535" y="1073400"/>
            <a:ext cx="11747659" cy="2558426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6C56E5-2BD0-9B4B-9D5D-E53D5E1FBD89}" type="datetimeFigureOut">
              <a:rPr kumimoji="1" lang="ja-JP" altLang="en-US" smtClean="0"/>
              <a:t>2025/9/3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FD32FB-43F9-E148-9F03-DB18FACF2EC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902886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03957" y="214680"/>
            <a:ext cx="23840837" cy="779382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03958" y="988461"/>
            <a:ext cx="11693670" cy="484430"/>
          </a:xfrm>
        </p:spPr>
        <p:txBody>
          <a:bodyPr anchor="b"/>
          <a:lstStyle>
            <a:lvl1pPr marL="0" indent="0">
              <a:buNone/>
              <a:defRPr sz="1411" b="1"/>
            </a:lvl1pPr>
            <a:lvl2pPr marL="268834" indent="0">
              <a:buNone/>
              <a:defRPr sz="1176" b="1"/>
            </a:lvl2pPr>
            <a:lvl3pPr marL="537667" indent="0">
              <a:buNone/>
              <a:defRPr sz="1058" b="1"/>
            </a:lvl3pPr>
            <a:lvl4pPr marL="806501" indent="0">
              <a:buNone/>
              <a:defRPr sz="941" b="1"/>
            </a:lvl4pPr>
            <a:lvl5pPr marL="1075334" indent="0">
              <a:buNone/>
              <a:defRPr sz="941" b="1"/>
            </a:lvl5pPr>
            <a:lvl6pPr marL="1344168" indent="0">
              <a:buNone/>
              <a:defRPr sz="941" b="1"/>
            </a:lvl6pPr>
            <a:lvl7pPr marL="1613002" indent="0">
              <a:buNone/>
              <a:defRPr sz="941" b="1"/>
            </a:lvl7pPr>
            <a:lvl8pPr marL="1881835" indent="0">
              <a:buNone/>
              <a:defRPr sz="941" b="1"/>
            </a:lvl8pPr>
            <a:lvl9pPr marL="2150669" indent="0">
              <a:buNone/>
              <a:defRPr sz="941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903958" y="1472891"/>
            <a:ext cx="11693670" cy="2166401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3993535" y="988461"/>
            <a:ext cx="11751259" cy="484430"/>
          </a:xfrm>
        </p:spPr>
        <p:txBody>
          <a:bodyPr anchor="b"/>
          <a:lstStyle>
            <a:lvl1pPr marL="0" indent="0">
              <a:buNone/>
              <a:defRPr sz="1411" b="1"/>
            </a:lvl1pPr>
            <a:lvl2pPr marL="268834" indent="0">
              <a:buNone/>
              <a:defRPr sz="1176" b="1"/>
            </a:lvl2pPr>
            <a:lvl3pPr marL="537667" indent="0">
              <a:buNone/>
              <a:defRPr sz="1058" b="1"/>
            </a:lvl3pPr>
            <a:lvl4pPr marL="806501" indent="0">
              <a:buNone/>
              <a:defRPr sz="941" b="1"/>
            </a:lvl4pPr>
            <a:lvl5pPr marL="1075334" indent="0">
              <a:buNone/>
              <a:defRPr sz="941" b="1"/>
            </a:lvl5pPr>
            <a:lvl6pPr marL="1344168" indent="0">
              <a:buNone/>
              <a:defRPr sz="941" b="1"/>
            </a:lvl6pPr>
            <a:lvl7pPr marL="1613002" indent="0">
              <a:buNone/>
              <a:defRPr sz="941" b="1"/>
            </a:lvl7pPr>
            <a:lvl8pPr marL="1881835" indent="0">
              <a:buNone/>
              <a:defRPr sz="941" b="1"/>
            </a:lvl8pPr>
            <a:lvl9pPr marL="2150669" indent="0">
              <a:buNone/>
              <a:defRPr sz="941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3993535" y="1472891"/>
            <a:ext cx="11751259" cy="2166401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6C56E5-2BD0-9B4B-9D5D-E53D5E1FBD89}" type="datetimeFigureOut">
              <a:rPr kumimoji="1" lang="ja-JP" altLang="en-US" smtClean="0"/>
              <a:t>2025/9/3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FD32FB-43F9-E148-9F03-DB18FACF2EC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634824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6C56E5-2BD0-9B4B-9D5D-E53D5E1FBD89}" type="datetimeFigureOut">
              <a:rPr kumimoji="1" lang="ja-JP" altLang="en-US" smtClean="0"/>
              <a:t>2025/9/3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FD32FB-43F9-E148-9F03-DB18FACF2EC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787847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6C56E5-2BD0-9B4B-9D5D-E53D5E1FBD89}" type="datetimeFigureOut">
              <a:rPr kumimoji="1" lang="ja-JP" altLang="en-US" smtClean="0"/>
              <a:t>2025/9/3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FD32FB-43F9-E148-9F03-DB18FACF2EC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696611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03958" y="268817"/>
            <a:ext cx="8915119" cy="940858"/>
          </a:xfrm>
        </p:spPr>
        <p:txBody>
          <a:bodyPr anchor="b"/>
          <a:lstStyle>
            <a:lvl1pPr>
              <a:defRPr sz="1882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751259" y="580570"/>
            <a:ext cx="13993535" cy="2865511"/>
          </a:xfrm>
        </p:spPr>
        <p:txBody>
          <a:bodyPr/>
          <a:lstStyle>
            <a:lvl1pPr>
              <a:defRPr sz="1882"/>
            </a:lvl1pPr>
            <a:lvl2pPr>
              <a:defRPr sz="1646"/>
            </a:lvl2pPr>
            <a:lvl3pPr>
              <a:defRPr sz="1411"/>
            </a:lvl3pPr>
            <a:lvl4pPr>
              <a:defRPr sz="1176"/>
            </a:lvl4pPr>
            <a:lvl5pPr>
              <a:defRPr sz="1176"/>
            </a:lvl5pPr>
            <a:lvl6pPr>
              <a:defRPr sz="1176"/>
            </a:lvl6pPr>
            <a:lvl7pPr>
              <a:defRPr sz="1176"/>
            </a:lvl7pPr>
            <a:lvl8pPr>
              <a:defRPr sz="1176"/>
            </a:lvl8pPr>
            <a:lvl9pPr>
              <a:defRPr sz="1176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03958" y="1209675"/>
            <a:ext cx="8915119" cy="2241073"/>
          </a:xfrm>
        </p:spPr>
        <p:txBody>
          <a:bodyPr/>
          <a:lstStyle>
            <a:lvl1pPr marL="0" indent="0">
              <a:buNone/>
              <a:defRPr sz="941"/>
            </a:lvl1pPr>
            <a:lvl2pPr marL="268834" indent="0">
              <a:buNone/>
              <a:defRPr sz="823"/>
            </a:lvl2pPr>
            <a:lvl3pPr marL="537667" indent="0">
              <a:buNone/>
              <a:defRPr sz="706"/>
            </a:lvl3pPr>
            <a:lvl4pPr marL="806501" indent="0">
              <a:buNone/>
              <a:defRPr sz="588"/>
            </a:lvl4pPr>
            <a:lvl5pPr marL="1075334" indent="0">
              <a:buNone/>
              <a:defRPr sz="588"/>
            </a:lvl5pPr>
            <a:lvl6pPr marL="1344168" indent="0">
              <a:buNone/>
              <a:defRPr sz="588"/>
            </a:lvl6pPr>
            <a:lvl7pPr marL="1613002" indent="0">
              <a:buNone/>
              <a:defRPr sz="588"/>
            </a:lvl7pPr>
            <a:lvl8pPr marL="1881835" indent="0">
              <a:buNone/>
              <a:defRPr sz="588"/>
            </a:lvl8pPr>
            <a:lvl9pPr marL="2150669" indent="0">
              <a:buNone/>
              <a:defRPr sz="588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6C56E5-2BD0-9B4B-9D5D-E53D5E1FBD89}" type="datetimeFigureOut">
              <a:rPr kumimoji="1" lang="ja-JP" altLang="en-US" smtClean="0"/>
              <a:t>2025/9/3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FD32FB-43F9-E148-9F03-DB18FACF2EC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263861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03958" y="268817"/>
            <a:ext cx="8915119" cy="940858"/>
          </a:xfrm>
        </p:spPr>
        <p:txBody>
          <a:bodyPr anchor="b"/>
          <a:lstStyle>
            <a:lvl1pPr>
              <a:defRPr sz="1882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751259" y="580570"/>
            <a:ext cx="13993535" cy="2865511"/>
          </a:xfrm>
        </p:spPr>
        <p:txBody>
          <a:bodyPr anchor="t"/>
          <a:lstStyle>
            <a:lvl1pPr marL="0" indent="0">
              <a:buNone/>
              <a:defRPr sz="1882"/>
            </a:lvl1pPr>
            <a:lvl2pPr marL="268834" indent="0">
              <a:buNone/>
              <a:defRPr sz="1646"/>
            </a:lvl2pPr>
            <a:lvl3pPr marL="537667" indent="0">
              <a:buNone/>
              <a:defRPr sz="1411"/>
            </a:lvl3pPr>
            <a:lvl4pPr marL="806501" indent="0">
              <a:buNone/>
              <a:defRPr sz="1176"/>
            </a:lvl4pPr>
            <a:lvl5pPr marL="1075334" indent="0">
              <a:buNone/>
              <a:defRPr sz="1176"/>
            </a:lvl5pPr>
            <a:lvl6pPr marL="1344168" indent="0">
              <a:buNone/>
              <a:defRPr sz="1176"/>
            </a:lvl6pPr>
            <a:lvl7pPr marL="1613002" indent="0">
              <a:buNone/>
              <a:defRPr sz="1176"/>
            </a:lvl7pPr>
            <a:lvl8pPr marL="1881835" indent="0">
              <a:buNone/>
              <a:defRPr sz="1176"/>
            </a:lvl8pPr>
            <a:lvl9pPr marL="2150669" indent="0">
              <a:buNone/>
              <a:defRPr sz="1176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03958" y="1209675"/>
            <a:ext cx="8915119" cy="2241073"/>
          </a:xfrm>
        </p:spPr>
        <p:txBody>
          <a:bodyPr/>
          <a:lstStyle>
            <a:lvl1pPr marL="0" indent="0">
              <a:buNone/>
              <a:defRPr sz="941"/>
            </a:lvl1pPr>
            <a:lvl2pPr marL="268834" indent="0">
              <a:buNone/>
              <a:defRPr sz="823"/>
            </a:lvl2pPr>
            <a:lvl3pPr marL="537667" indent="0">
              <a:buNone/>
              <a:defRPr sz="706"/>
            </a:lvl3pPr>
            <a:lvl4pPr marL="806501" indent="0">
              <a:buNone/>
              <a:defRPr sz="588"/>
            </a:lvl4pPr>
            <a:lvl5pPr marL="1075334" indent="0">
              <a:buNone/>
              <a:defRPr sz="588"/>
            </a:lvl5pPr>
            <a:lvl6pPr marL="1344168" indent="0">
              <a:buNone/>
              <a:defRPr sz="588"/>
            </a:lvl6pPr>
            <a:lvl7pPr marL="1613002" indent="0">
              <a:buNone/>
              <a:defRPr sz="588"/>
            </a:lvl7pPr>
            <a:lvl8pPr marL="1881835" indent="0">
              <a:buNone/>
              <a:defRPr sz="588"/>
            </a:lvl8pPr>
            <a:lvl9pPr marL="2150669" indent="0">
              <a:buNone/>
              <a:defRPr sz="588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6C56E5-2BD0-9B4B-9D5D-E53D5E1FBD89}" type="datetimeFigureOut">
              <a:rPr kumimoji="1" lang="ja-JP" altLang="en-US" smtClean="0"/>
              <a:t>2025/9/3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FD32FB-43F9-E148-9F03-DB18FACF2EC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111162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6C56E5-2BD0-9B4B-9D5D-E53D5E1FBD89}" type="datetimeFigureOut">
              <a:rPr kumimoji="1" lang="ja-JP" altLang="en-US" smtClean="0"/>
              <a:t>2025/9/3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FD32FB-43F9-E148-9F03-DB18FACF2EC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089549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9780984" y="214680"/>
            <a:ext cx="5960209" cy="3417145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900357" y="214680"/>
            <a:ext cx="17535108" cy="3417145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6C56E5-2BD0-9B4B-9D5D-E53D5E1FBD89}" type="datetimeFigureOut">
              <a:rPr kumimoji="1" lang="ja-JP" altLang="en-US" smtClean="0"/>
              <a:t>2025/9/3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FD32FB-43F9-E148-9F03-DB18FACF2EC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317884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900357" y="214680"/>
            <a:ext cx="23840837" cy="7793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00357" y="1073400"/>
            <a:ext cx="23840837" cy="25584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900356" y="3737299"/>
            <a:ext cx="6219349" cy="2146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0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C6C56E5-2BD0-9B4B-9D5D-E53D5E1FBD89}" type="datetimeFigureOut">
              <a:rPr kumimoji="1" lang="ja-JP" altLang="en-US" smtClean="0"/>
              <a:t>2025/9/3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56264" y="3737299"/>
            <a:ext cx="9329023" cy="2146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0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9521845" y="3737299"/>
            <a:ext cx="6219349" cy="2146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0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FD32FB-43F9-E148-9F03-DB18FACF2EC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066442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537667" rtl="0" eaLnBrk="1" latinLnBrk="0" hangingPunct="1">
        <a:lnSpc>
          <a:spcPct val="90000"/>
        </a:lnSpc>
        <a:spcBef>
          <a:spcPct val="0"/>
        </a:spcBef>
        <a:buNone/>
        <a:defRPr kumimoji="1" sz="258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34417" indent="-134417" algn="l" defTabSz="537667" rtl="0" eaLnBrk="1" latinLnBrk="0" hangingPunct="1">
        <a:lnSpc>
          <a:spcPct val="90000"/>
        </a:lnSpc>
        <a:spcBef>
          <a:spcPts val="588"/>
        </a:spcBef>
        <a:buFont typeface="Arial" panose="020B0604020202020204" pitchFamily="34" charset="0"/>
        <a:buChar char="•"/>
        <a:defRPr kumimoji="1" sz="1646" kern="1200">
          <a:solidFill>
            <a:schemeClr val="tx1"/>
          </a:solidFill>
          <a:latin typeface="+mn-lt"/>
          <a:ea typeface="+mn-ea"/>
          <a:cs typeface="+mn-cs"/>
        </a:defRPr>
      </a:lvl1pPr>
      <a:lvl2pPr marL="403250" indent="-134417" algn="l" defTabSz="537667" rtl="0" eaLnBrk="1" latinLnBrk="0" hangingPunct="1">
        <a:lnSpc>
          <a:spcPct val="90000"/>
        </a:lnSpc>
        <a:spcBef>
          <a:spcPts val="294"/>
        </a:spcBef>
        <a:buFont typeface="Arial" panose="020B0604020202020204" pitchFamily="34" charset="0"/>
        <a:buChar char="•"/>
        <a:defRPr kumimoji="1" sz="1411" kern="1200">
          <a:solidFill>
            <a:schemeClr val="tx1"/>
          </a:solidFill>
          <a:latin typeface="+mn-lt"/>
          <a:ea typeface="+mn-ea"/>
          <a:cs typeface="+mn-cs"/>
        </a:defRPr>
      </a:lvl2pPr>
      <a:lvl3pPr marL="672084" indent="-134417" algn="l" defTabSz="537667" rtl="0" eaLnBrk="1" latinLnBrk="0" hangingPunct="1">
        <a:lnSpc>
          <a:spcPct val="90000"/>
        </a:lnSpc>
        <a:spcBef>
          <a:spcPts val="294"/>
        </a:spcBef>
        <a:buFont typeface="Arial" panose="020B0604020202020204" pitchFamily="34" charset="0"/>
        <a:buChar char="•"/>
        <a:defRPr kumimoji="1" sz="1176" kern="1200">
          <a:solidFill>
            <a:schemeClr val="tx1"/>
          </a:solidFill>
          <a:latin typeface="+mn-lt"/>
          <a:ea typeface="+mn-ea"/>
          <a:cs typeface="+mn-cs"/>
        </a:defRPr>
      </a:lvl3pPr>
      <a:lvl4pPr marL="940918" indent="-134417" algn="l" defTabSz="537667" rtl="0" eaLnBrk="1" latinLnBrk="0" hangingPunct="1">
        <a:lnSpc>
          <a:spcPct val="90000"/>
        </a:lnSpc>
        <a:spcBef>
          <a:spcPts val="294"/>
        </a:spcBef>
        <a:buFont typeface="Arial" panose="020B0604020202020204" pitchFamily="34" charset="0"/>
        <a:buChar char="•"/>
        <a:defRPr kumimoji="1" sz="1058" kern="1200">
          <a:solidFill>
            <a:schemeClr val="tx1"/>
          </a:solidFill>
          <a:latin typeface="+mn-lt"/>
          <a:ea typeface="+mn-ea"/>
          <a:cs typeface="+mn-cs"/>
        </a:defRPr>
      </a:lvl4pPr>
      <a:lvl5pPr marL="1209751" indent="-134417" algn="l" defTabSz="537667" rtl="0" eaLnBrk="1" latinLnBrk="0" hangingPunct="1">
        <a:lnSpc>
          <a:spcPct val="90000"/>
        </a:lnSpc>
        <a:spcBef>
          <a:spcPts val="294"/>
        </a:spcBef>
        <a:buFont typeface="Arial" panose="020B0604020202020204" pitchFamily="34" charset="0"/>
        <a:buChar char="•"/>
        <a:defRPr kumimoji="1" sz="1058" kern="1200">
          <a:solidFill>
            <a:schemeClr val="tx1"/>
          </a:solidFill>
          <a:latin typeface="+mn-lt"/>
          <a:ea typeface="+mn-ea"/>
          <a:cs typeface="+mn-cs"/>
        </a:defRPr>
      </a:lvl5pPr>
      <a:lvl6pPr marL="1478585" indent="-134417" algn="l" defTabSz="537667" rtl="0" eaLnBrk="1" latinLnBrk="0" hangingPunct="1">
        <a:lnSpc>
          <a:spcPct val="90000"/>
        </a:lnSpc>
        <a:spcBef>
          <a:spcPts val="294"/>
        </a:spcBef>
        <a:buFont typeface="Arial" panose="020B0604020202020204" pitchFamily="34" charset="0"/>
        <a:buChar char="•"/>
        <a:defRPr kumimoji="1" sz="1058" kern="1200">
          <a:solidFill>
            <a:schemeClr val="tx1"/>
          </a:solidFill>
          <a:latin typeface="+mn-lt"/>
          <a:ea typeface="+mn-ea"/>
          <a:cs typeface="+mn-cs"/>
        </a:defRPr>
      </a:lvl6pPr>
      <a:lvl7pPr marL="1747418" indent="-134417" algn="l" defTabSz="537667" rtl="0" eaLnBrk="1" latinLnBrk="0" hangingPunct="1">
        <a:lnSpc>
          <a:spcPct val="90000"/>
        </a:lnSpc>
        <a:spcBef>
          <a:spcPts val="294"/>
        </a:spcBef>
        <a:buFont typeface="Arial" panose="020B0604020202020204" pitchFamily="34" charset="0"/>
        <a:buChar char="•"/>
        <a:defRPr kumimoji="1" sz="1058" kern="1200">
          <a:solidFill>
            <a:schemeClr val="tx1"/>
          </a:solidFill>
          <a:latin typeface="+mn-lt"/>
          <a:ea typeface="+mn-ea"/>
          <a:cs typeface="+mn-cs"/>
        </a:defRPr>
      </a:lvl7pPr>
      <a:lvl8pPr marL="2016252" indent="-134417" algn="l" defTabSz="537667" rtl="0" eaLnBrk="1" latinLnBrk="0" hangingPunct="1">
        <a:lnSpc>
          <a:spcPct val="90000"/>
        </a:lnSpc>
        <a:spcBef>
          <a:spcPts val="294"/>
        </a:spcBef>
        <a:buFont typeface="Arial" panose="020B0604020202020204" pitchFamily="34" charset="0"/>
        <a:buChar char="•"/>
        <a:defRPr kumimoji="1" sz="1058" kern="1200">
          <a:solidFill>
            <a:schemeClr val="tx1"/>
          </a:solidFill>
          <a:latin typeface="+mn-lt"/>
          <a:ea typeface="+mn-ea"/>
          <a:cs typeface="+mn-cs"/>
        </a:defRPr>
      </a:lvl8pPr>
      <a:lvl9pPr marL="2285086" indent="-134417" algn="l" defTabSz="537667" rtl="0" eaLnBrk="1" latinLnBrk="0" hangingPunct="1">
        <a:lnSpc>
          <a:spcPct val="90000"/>
        </a:lnSpc>
        <a:spcBef>
          <a:spcPts val="294"/>
        </a:spcBef>
        <a:buFont typeface="Arial" panose="020B0604020202020204" pitchFamily="34" charset="0"/>
        <a:buChar char="•"/>
        <a:defRPr kumimoji="1" sz="105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37667" rtl="0" eaLnBrk="1" latinLnBrk="0" hangingPunct="1">
        <a:defRPr kumimoji="1" sz="1058" kern="1200">
          <a:solidFill>
            <a:schemeClr val="tx1"/>
          </a:solidFill>
          <a:latin typeface="+mn-lt"/>
          <a:ea typeface="+mn-ea"/>
          <a:cs typeface="+mn-cs"/>
        </a:defRPr>
      </a:lvl1pPr>
      <a:lvl2pPr marL="268834" algn="l" defTabSz="537667" rtl="0" eaLnBrk="1" latinLnBrk="0" hangingPunct="1">
        <a:defRPr kumimoji="1" sz="1058" kern="1200">
          <a:solidFill>
            <a:schemeClr val="tx1"/>
          </a:solidFill>
          <a:latin typeface="+mn-lt"/>
          <a:ea typeface="+mn-ea"/>
          <a:cs typeface="+mn-cs"/>
        </a:defRPr>
      </a:lvl2pPr>
      <a:lvl3pPr marL="537667" algn="l" defTabSz="537667" rtl="0" eaLnBrk="1" latinLnBrk="0" hangingPunct="1">
        <a:defRPr kumimoji="1" sz="1058" kern="1200">
          <a:solidFill>
            <a:schemeClr val="tx1"/>
          </a:solidFill>
          <a:latin typeface="+mn-lt"/>
          <a:ea typeface="+mn-ea"/>
          <a:cs typeface="+mn-cs"/>
        </a:defRPr>
      </a:lvl3pPr>
      <a:lvl4pPr marL="806501" algn="l" defTabSz="537667" rtl="0" eaLnBrk="1" latinLnBrk="0" hangingPunct="1">
        <a:defRPr kumimoji="1" sz="1058" kern="1200">
          <a:solidFill>
            <a:schemeClr val="tx1"/>
          </a:solidFill>
          <a:latin typeface="+mn-lt"/>
          <a:ea typeface="+mn-ea"/>
          <a:cs typeface="+mn-cs"/>
        </a:defRPr>
      </a:lvl4pPr>
      <a:lvl5pPr marL="1075334" algn="l" defTabSz="537667" rtl="0" eaLnBrk="1" latinLnBrk="0" hangingPunct="1">
        <a:defRPr kumimoji="1" sz="1058" kern="1200">
          <a:solidFill>
            <a:schemeClr val="tx1"/>
          </a:solidFill>
          <a:latin typeface="+mn-lt"/>
          <a:ea typeface="+mn-ea"/>
          <a:cs typeface="+mn-cs"/>
        </a:defRPr>
      </a:lvl5pPr>
      <a:lvl6pPr marL="1344168" algn="l" defTabSz="537667" rtl="0" eaLnBrk="1" latinLnBrk="0" hangingPunct="1">
        <a:defRPr kumimoji="1" sz="1058" kern="1200">
          <a:solidFill>
            <a:schemeClr val="tx1"/>
          </a:solidFill>
          <a:latin typeface="+mn-lt"/>
          <a:ea typeface="+mn-ea"/>
          <a:cs typeface="+mn-cs"/>
        </a:defRPr>
      </a:lvl6pPr>
      <a:lvl7pPr marL="1613002" algn="l" defTabSz="537667" rtl="0" eaLnBrk="1" latinLnBrk="0" hangingPunct="1">
        <a:defRPr kumimoji="1" sz="1058" kern="1200">
          <a:solidFill>
            <a:schemeClr val="tx1"/>
          </a:solidFill>
          <a:latin typeface="+mn-lt"/>
          <a:ea typeface="+mn-ea"/>
          <a:cs typeface="+mn-cs"/>
        </a:defRPr>
      </a:lvl7pPr>
      <a:lvl8pPr marL="1881835" algn="l" defTabSz="537667" rtl="0" eaLnBrk="1" latinLnBrk="0" hangingPunct="1">
        <a:defRPr kumimoji="1" sz="1058" kern="1200">
          <a:solidFill>
            <a:schemeClr val="tx1"/>
          </a:solidFill>
          <a:latin typeface="+mn-lt"/>
          <a:ea typeface="+mn-ea"/>
          <a:cs typeface="+mn-cs"/>
        </a:defRPr>
      </a:lvl8pPr>
      <a:lvl9pPr marL="2150669" algn="l" defTabSz="537667" rtl="0" eaLnBrk="1" latinLnBrk="0" hangingPunct="1">
        <a:defRPr kumimoji="1" sz="105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A3E1BD5-9DF6-DBDF-5409-39D7ED113581}"/>
              </a:ext>
            </a:extLst>
          </p:cNvPr>
          <p:cNvSpPr/>
          <p:nvPr/>
        </p:nvSpPr>
        <p:spPr>
          <a:xfrm>
            <a:off x="0" y="0"/>
            <a:ext cx="27641550" cy="40322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6C351E3-0AC4-3069-D9B9-B3186FCC90D6}"/>
              </a:ext>
            </a:extLst>
          </p:cNvPr>
          <p:cNvSpPr txBox="1"/>
          <p:nvPr/>
        </p:nvSpPr>
        <p:spPr>
          <a:xfrm>
            <a:off x="532755" y="852404"/>
            <a:ext cx="26576039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" altLang="ja-JP" sz="8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Trotterization is substantially efficient for low-energy states</a:t>
            </a:r>
          </a:p>
          <a:p>
            <a:pPr algn="ctr"/>
            <a:r>
              <a:rPr lang="en" altLang="ja-JP" sz="4400" dirty="0">
                <a:solidFill>
                  <a:schemeClr val="bg1"/>
                </a:solidFill>
                <a:latin typeface="Times New Roman" panose="02020603050405020304" pitchFamily="18" charset="0"/>
                <a:ea typeface="UD Digi Kyokasho NK-R" panose="02020400000000000000" pitchFamily="18" charset="-128"/>
                <a:cs typeface="Times New Roman" panose="02020603050405020304" pitchFamily="18" charset="0"/>
              </a:rPr>
              <a:t>-</a:t>
            </a:r>
            <a:r>
              <a:rPr lang="en" altLang="ja-JP" sz="4400" b="0" i="0" u="none" strike="noStrike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UD Digi Kyokasho NK-R" panose="02020400000000000000" pitchFamily="18" charset="-128"/>
                <a:cs typeface="Times New Roman" panose="02020603050405020304" pitchFamily="18" charset="0"/>
              </a:rPr>
              <a:t>Trotter</a:t>
            </a:r>
            <a:r>
              <a:rPr lang="ja-JP" altLang="en-US" sz="4400" b="0" i="0" u="none" strike="noStrike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UD Digi Kyokasho NK-R" panose="02020400000000000000" pitchFamily="18" charset="-128"/>
                <a:cs typeface="Times New Roman" panose="02020603050405020304" pitchFamily="18" charset="0"/>
              </a:rPr>
              <a:t>分解の低エネルギー初期状態に対する本質的効率性</a:t>
            </a:r>
            <a:r>
              <a:rPr lang="en" altLang="ja-JP" sz="4400" dirty="0">
                <a:solidFill>
                  <a:schemeClr val="bg1"/>
                </a:solidFill>
                <a:latin typeface="Times New Roman" panose="02020603050405020304" pitchFamily="18" charset="0"/>
                <a:ea typeface="UD Digi Kyokasho NK-R" panose="02020400000000000000" pitchFamily="18" charset="-128"/>
                <a:cs typeface="Times New Roman" panose="02020603050405020304" pitchFamily="18" charset="0"/>
              </a:rPr>
              <a:t>-</a:t>
            </a:r>
            <a:endParaRPr lang="en" altLang="ja-JP" sz="4400" b="0" i="0" u="none" strike="noStrike" dirty="0">
              <a:solidFill>
                <a:schemeClr val="bg1"/>
              </a:solidFill>
              <a:effectLst/>
              <a:latin typeface="Times New Roman" panose="02020603050405020304" pitchFamily="18" charset="0"/>
              <a:ea typeface="UD Digi Kyokasho NK-R" panose="02020400000000000000" pitchFamily="18" charset="-128"/>
              <a:cs typeface="Times New Roman" panose="02020603050405020304" pitchFamily="18" charset="0"/>
            </a:endParaRPr>
          </a:p>
          <a:p>
            <a:pPr algn="ctr"/>
            <a:endParaRPr lang="en" altLang="ja-JP" sz="2000" b="0" i="0" u="none" strike="noStrike" dirty="0">
              <a:solidFill>
                <a:schemeClr val="bg1"/>
              </a:solidFill>
              <a:effectLst/>
              <a:latin typeface="Times New Roman" panose="02020603050405020304" pitchFamily="18" charset="0"/>
              <a:ea typeface="UD Digi Kyokasho NK-R" panose="02020400000000000000" pitchFamily="18" charset="-128"/>
              <a:cs typeface="Times New Roman" panose="02020603050405020304" pitchFamily="18" charset="0"/>
            </a:endParaRPr>
          </a:p>
          <a:p>
            <a:pPr algn="r"/>
            <a:r>
              <a:rPr kumimoji="1" lang="en-US" altLang="ja-JP" sz="4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Kaoru Mizuta (</a:t>
            </a:r>
            <a:r>
              <a:rPr kumimoji="1" lang="en-US" altLang="ja-JP" sz="4400" dirty="0" err="1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UTokyo</a:t>
            </a:r>
            <a:r>
              <a:rPr kumimoji="1" lang="en-US" altLang="ja-JP" sz="4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RIKEN RQC, JST PRESTO) </a:t>
            </a:r>
            <a:endParaRPr kumimoji="1" lang="ja-JP" altLang="en-US" sz="440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AD60626A-7FEC-40E2-5D1E-09587C60087A}"/>
              </a:ext>
            </a:extLst>
          </p:cNvPr>
          <p:cNvSpPr txBox="1"/>
          <p:nvPr/>
        </p:nvSpPr>
        <p:spPr>
          <a:xfrm>
            <a:off x="11374244" y="267629"/>
            <a:ext cx="1573455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kumimoji="1" lang="en-US" altLang="ja-JP" sz="3200" dirty="0">
                <a:solidFill>
                  <a:schemeClr val="accent4">
                    <a:lumMod val="20000"/>
                    <a:lumOff val="8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KM, </a:t>
            </a:r>
            <a:r>
              <a:rPr kumimoji="1" lang="en-US" altLang="ja-JP" sz="3200" dirty="0" err="1">
                <a:solidFill>
                  <a:schemeClr val="accent4">
                    <a:lumMod val="20000"/>
                    <a:lumOff val="8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Tomotaka</a:t>
            </a:r>
            <a:r>
              <a:rPr kumimoji="1" lang="en-US" altLang="ja-JP" sz="3200" dirty="0">
                <a:solidFill>
                  <a:schemeClr val="accent4">
                    <a:lumMod val="20000"/>
                    <a:lumOff val="8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Kuwahara, arXiv:2504.20746 (2025), to appear in Physical Review Letters</a:t>
            </a:r>
            <a:endParaRPr kumimoji="1" lang="ja-JP" altLang="en-US" sz="3200">
              <a:solidFill>
                <a:schemeClr val="accent4">
                  <a:lumMod val="20000"/>
                  <a:lumOff val="8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778036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テーマ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1045</TotalTime>
  <Words>48</Words>
  <Application>Microsoft Macintosh PowerPoint</Application>
  <PresentationFormat>ユーザー設定</PresentationFormat>
  <Paragraphs>5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Times New Roman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水田　郁</dc:creator>
  <cp:lastModifiedBy>水田　郁</cp:lastModifiedBy>
  <cp:revision>9</cp:revision>
  <dcterms:created xsi:type="dcterms:W3CDTF">2023-12-08T07:33:44Z</dcterms:created>
  <dcterms:modified xsi:type="dcterms:W3CDTF">2025-09-03T03:45:54Z</dcterms:modified>
</cp:coreProperties>
</file>