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59" userDrawn="1">
          <p15:clr>
            <a:srgbClr val="A4A3A4"/>
          </p15:clr>
        </p15:guide>
        <p15:guide id="2" pos="9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726"/>
  </p:normalViewPr>
  <p:slideViewPr>
    <p:cSldViewPr snapToGrid="0" showGuides="1">
      <p:cViewPr>
        <p:scale>
          <a:sx n="56" d="100"/>
          <a:sy n="56" d="100"/>
        </p:scale>
        <p:origin x="648" y="-8408"/>
      </p:cViewPr>
      <p:guideLst>
        <p:guide orient="horz" pos="13459"/>
        <p:guide pos="95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4A695E-AD23-9B4D-9F17-168A07AB1E6F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E037FE-A356-A646-ADAD-90637D8CAE4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6624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E037FE-A356-A646-ADAD-90637D8CAE41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3882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2732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230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/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75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75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9148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5553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246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9907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7686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856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73615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721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25691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33C9FA-98F7-4444-8E29-413DD2E365C8}" type="datetimeFigureOut">
              <a:rPr kumimoji="1" lang="ja-JP" altLang="en-US" smtClean="0"/>
              <a:t>2026/1/20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DE8FC0-C09F-0748-812A-B486DDAC23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5395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kumimoji="1"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kumimoji="1"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Relationship Id="rId9" Type="http://schemas.openxmlformats.org/officeDocument/2006/relationships/image" Target="../media/image7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953FAE0E-07D9-5A88-03F8-05D7F0DE2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567" y="5418033"/>
            <a:ext cx="13525750" cy="11108164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523F739-76BF-F45E-D98D-FF4381FED8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567" y="16976566"/>
            <a:ext cx="27648026" cy="7950234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DF86F5F9-FEC8-ABA1-F620-3EDCA2DEC5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83950" y="25364333"/>
            <a:ext cx="13461643" cy="11614116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0D747BA2-EFBB-E52A-0195-79C32F6E4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3949" y="37267491"/>
            <a:ext cx="13461642" cy="467295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88AE891-2D64-D69F-F191-D766C9F8C5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7567" y="863322"/>
            <a:ext cx="27648024" cy="403861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045E7FB-E0C2-F7F6-B754-03BD12CCA0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83949" y="5418034"/>
            <a:ext cx="13461642" cy="1105551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92065BF-4628-7589-875B-289714950A4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7567" y="25377169"/>
            <a:ext cx="13493697" cy="16563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927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1954</TotalTime>
  <Words>1</Words>
  <Application>Microsoft Macintosh PowerPoint</Application>
  <PresentationFormat>ユーザー設定</PresentationFormat>
  <Paragraphs>1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28</cp:revision>
  <dcterms:created xsi:type="dcterms:W3CDTF">2023-09-11T02:05:42Z</dcterms:created>
  <dcterms:modified xsi:type="dcterms:W3CDTF">2026-01-20T00:48:28Z</dcterms:modified>
</cp:coreProperties>
</file>