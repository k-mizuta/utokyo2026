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59" userDrawn="1">
          <p15:clr>
            <a:srgbClr val="A4A3A4"/>
          </p15:clr>
        </p15:guide>
        <p15:guide id="2" pos="95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726"/>
  </p:normalViewPr>
  <p:slideViewPr>
    <p:cSldViewPr snapToGrid="0" showGuides="1">
      <p:cViewPr>
        <p:scale>
          <a:sx n="24" d="100"/>
          <a:sy n="24" d="100"/>
        </p:scale>
        <p:origin x="2496" y="144"/>
      </p:cViewPr>
      <p:guideLst>
        <p:guide orient="horz" pos="13459"/>
        <p:guide pos="9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A695E-AD23-9B4D-9F17-168A07AB1E6F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037FE-A356-A646-ADAD-90637D8CAE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6624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037FE-A356-A646-ADAD-90637D8CAE4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88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73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23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14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55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4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99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68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85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36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56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3C9FA-98F7-4444-8E29-413DD2E365C8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E8FC0-C09F-0748-812A-B486DDAC23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39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kumimoji="1"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kumimoji="1"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kumimoji="1"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C9E359C2-52F3-92F1-0D10-716606A79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22" y="4905609"/>
            <a:ext cx="13461642" cy="1112628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815D901-78AF-0A7F-F5F8-43A88A821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3949" y="4938298"/>
            <a:ext cx="13560248" cy="11126284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93070E93-EF64-4E6E-23CB-D4BCB3E47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7954" y="636073"/>
            <a:ext cx="27844712" cy="4133595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F5730CF0-D2B9-F7B1-98FB-EB6AEB1F3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72" y="21620160"/>
            <a:ext cx="13696492" cy="11894994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71ABF65F-2596-2924-CAB4-C78E43BAC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75527" y="21620160"/>
            <a:ext cx="13735488" cy="11928861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48FC610C-992E-D224-05F4-46D8F3CC55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825" y="16378784"/>
            <a:ext cx="27844712" cy="4981274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1C8DE8C6-2273-F332-0F02-21B0769DEB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1040" y="33701167"/>
            <a:ext cx="27995384" cy="829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927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13928</TotalTime>
  <Words>1</Words>
  <Application>Microsoft Macintosh PowerPoint</Application>
  <PresentationFormat>ユーザー設定</PresentationFormat>
  <Paragraphs>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32</cp:revision>
  <dcterms:created xsi:type="dcterms:W3CDTF">2023-09-11T02:05:42Z</dcterms:created>
  <dcterms:modified xsi:type="dcterms:W3CDTF">2026-02-12T08:19:04Z</dcterms:modified>
</cp:coreProperties>
</file>