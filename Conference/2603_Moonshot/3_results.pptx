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</p:sldIdLst>
  <p:sldSz cx="27641550" cy="79454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03" userDrawn="1">
          <p15:clr>
            <a:srgbClr val="A4A3A4"/>
          </p15:clr>
        </p15:guide>
        <p15:guide id="2" pos="868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70"/>
    <p:restoredTop sz="96327"/>
  </p:normalViewPr>
  <p:slideViewPr>
    <p:cSldViewPr snapToGrid="0" showGuides="1">
      <p:cViewPr>
        <p:scale>
          <a:sx n="84" d="100"/>
          <a:sy n="84" d="100"/>
        </p:scale>
        <p:origin x="168" y="744"/>
      </p:cViewPr>
      <p:guideLst>
        <p:guide orient="horz" pos="2503"/>
        <p:guide pos="868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55194" y="1300330"/>
            <a:ext cx="20731163" cy="2766190"/>
          </a:xfrm>
        </p:spPr>
        <p:txBody>
          <a:bodyPr anchor="b"/>
          <a:lstStyle>
            <a:lvl1pPr algn="ctr">
              <a:defRPr sz="6952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55194" y="4173195"/>
            <a:ext cx="20731163" cy="1918308"/>
          </a:xfrm>
        </p:spPr>
        <p:txBody>
          <a:bodyPr/>
          <a:lstStyle>
            <a:lvl1pPr marL="0" indent="0" algn="ctr">
              <a:buNone/>
              <a:defRPr sz="2781"/>
            </a:lvl1pPr>
            <a:lvl2pPr marL="529712" indent="0" algn="ctr">
              <a:buNone/>
              <a:defRPr sz="2317"/>
            </a:lvl2pPr>
            <a:lvl3pPr marL="1059424" indent="0" algn="ctr">
              <a:buNone/>
              <a:defRPr sz="2085"/>
            </a:lvl3pPr>
            <a:lvl4pPr marL="1589136" indent="0" algn="ctr">
              <a:buNone/>
              <a:defRPr sz="1854"/>
            </a:lvl4pPr>
            <a:lvl5pPr marL="2118848" indent="0" algn="ctr">
              <a:buNone/>
              <a:defRPr sz="1854"/>
            </a:lvl5pPr>
            <a:lvl6pPr marL="2648560" indent="0" algn="ctr">
              <a:buNone/>
              <a:defRPr sz="1854"/>
            </a:lvl6pPr>
            <a:lvl7pPr marL="3178272" indent="0" algn="ctr">
              <a:buNone/>
              <a:defRPr sz="1854"/>
            </a:lvl7pPr>
            <a:lvl8pPr marL="3707983" indent="0" algn="ctr">
              <a:buNone/>
              <a:defRPr sz="1854"/>
            </a:lvl8pPr>
            <a:lvl9pPr marL="4237695" indent="0" algn="ctr">
              <a:buNone/>
              <a:defRPr sz="1854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9432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61986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5960" y="1980843"/>
            <a:ext cx="23840837" cy="3305081"/>
          </a:xfrm>
        </p:spPr>
        <p:txBody>
          <a:bodyPr anchor="b"/>
          <a:lstStyle>
            <a:lvl1pPr>
              <a:defRPr sz="6952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85960" y="5317191"/>
            <a:ext cx="23840837" cy="1738064"/>
          </a:xfrm>
        </p:spPr>
        <p:txBody>
          <a:bodyPr/>
          <a:lstStyle>
            <a:lvl1pPr marL="0" indent="0">
              <a:buNone/>
              <a:defRPr sz="2781">
                <a:solidFill>
                  <a:schemeClr val="tx1">
                    <a:tint val="75000"/>
                  </a:schemeClr>
                </a:solidFill>
              </a:defRPr>
            </a:lvl1pPr>
            <a:lvl2pPr marL="529712" indent="0">
              <a:buNone/>
              <a:defRPr sz="2317">
                <a:solidFill>
                  <a:schemeClr val="tx1">
                    <a:tint val="75000"/>
                  </a:schemeClr>
                </a:solidFill>
              </a:defRPr>
            </a:lvl2pPr>
            <a:lvl3pPr marL="1059424" indent="0">
              <a:buNone/>
              <a:defRPr sz="2085">
                <a:solidFill>
                  <a:schemeClr val="tx1">
                    <a:tint val="75000"/>
                  </a:schemeClr>
                </a:solidFill>
              </a:defRPr>
            </a:lvl3pPr>
            <a:lvl4pPr marL="1589136" indent="0">
              <a:buNone/>
              <a:defRPr sz="1854">
                <a:solidFill>
                  <a:schemeClr val="tx1">
                    <a:tint val="75000"/>
                  </a:schemeClr>
                </a:solidFill>
              </a:defRPr>
            </a:lvl4pPr>
            <a:lvl5pPr marL="2118848" indent="0">
              <a:buNone/>
              <a:defRPr sz="1854">
                <a:solidFill>
                  <a:schemeClr val="tx1">
                    <a:tint val="75000"/>
                  </a:schemeClr>
                </a:solidFill>
              </a:defRPr>
            </a:lvl5pPr>
            <a:lvl6pPr marL="2648560" indent="0">
              <a:buNone/>
              <a:defRPr sz="1854">
                <a:solidFill>
                  <a:schemeClr val="tx1">
                    <a:tint val="75000"/>
                  </a:schemeClr>
                </a:solidFill>
              </a:defRPr>
            </a:lvl6pPr>
            <a:lvl7pPr marL="3178272" indent="0">
              <a:buNone/>
              <a:defRPr sz="1854">
                <a:solidFill>
                  <a:schemeClr val="tx1">
                    <a:tint val="75000"/>
                  </a:schemeClr>
                </a:solidFill>
              </a:defRPr>
            </a:lvl7pPr>
            <a:lvl8pPr marL="3707983" indent="0">
              <a:buNone/>
              <a:defRPr sz="1854">
                <a:solidFill>
                  <a:schemeClr val="tx1">
                    <a:tint val="75000"/>
                  </a:schemeClr>
                </a:solidFill>
              </a:defRPr>
            </a:lvl8pPr>
            <a:lvl9pPr marL="4237695" indent="0">
              <a:buNone/>
              <a:defRPr sz="18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0361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00356" y="2115105"/>
            <a:ext cx="11747659" cy="504130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993535" y="2115105"/>
            <a:ext cx="11747659" cy="504130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67493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03957" y="423021"/>
            <a:ext cx="23840837" cy="1535751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03958" y="1947736"/>
            <a:ext cx="11693670" cy="954556"/>
          </a:xfrm>
        </p:spPr>
        <p:txBody>
          <a:bodyPr anchor="b"/>
          <a:lstStyle>
            <a:lvl1pPr marL="0" indent="0">
              <a:buNone/>
              <a:defRPr sz="2781" b="1"/>
            </a:lvl1pPr>
            <a:lvl2pPr marL="529712" indent="0">
              <a:buNone/>
              <a:defRPr sz="2317" b="1"/>
            </a:lvl2pPr>
            <a:lvl3pPr marL="1059424" indent="0">
              <a:buNone/>
              <a:defRPr sz="2085" b="1"/>
            </a:lvl3pPr>
            <a:lvl4pPr marL="1589136" indent="0">
              <a:buNone/>
              <a:defRPr sz="1854" b="1"/>
            </a:lvl4pPr>
            <a:lvl5pPr marL="2118848" indent="0">
              <a:buNone/>
              <a:defRPr sz="1854" b="1"/>
            </a:lvl5pPr>
            <a:lvl6pPr marL="2648560" indent="0">
              <a:buNone/>
              <a:defRPr sz="1854" b="1"/>
            </a:lvl6pPr>
            <a:lvl7pPr marL="3178272" indent="0">
              <a:buNone/>
              <a:defRPr sz="1854" b="1"/>
            </a:lvl7pPr>
            <a:lvl8pPr marL="3707983" indent="0">
              <a:buNone/>
              <a:defRPr sz="1854" b="1"/>
            </a:lvl8pPr>
            <a:lvl9pPr marL="4237695" indent="0">
              <a:buNone/>
              <a:defRPr sz="1854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03958" y="2902292"/>
            <a:ext cx="11693670" cy="426883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3993535" y="1947736"/>
            <a:ext cx="11751259" cy="954556"/>
          </a:xfrm>
        </p:spPr>
        <p:txBody>
          <a:bodyPr anchor="b"/>
          <a:lstStyle>
            <a:lvl1pPr marL="0" indent="0">
              <a:buNone/>
              <a:defRPr sz="2781" b="1"/>
            </a:lvl1pPr>
            <a:lvl2pPr marL="529712" indent="0">
              <a:buNone/>
              <a:defRPr sz="2317" b="1"/>
            </a:lvl2pPr>
            <a:lvl3pPr marL="1059424" indent="0">
              <a:buNone/>
              <a:defRPr sz="2085" b="1"/>
            </a:lvl3pPr>
            <a:lvl4pPr marL="1589136" indent="0">
              <a:buNone/>
              <a:defRPr sz="1854" b="1"/>
            </a:lvl4pPr>
            <a:lvl5pPr marL="2118848" indent="0">
              <a:buNone/>
              <a:defRPr sz="1854" b="1"/>
            </a:lvl5pPr>
            <a:lvl6pPr marL="2648560" indent="0">
              <a:buNone/>
              <a:defRPr sz="1854" b="1"/>
            </a:lvl6pPr>
            <a:lvl7pPr marL="3178272" indent="0">
              <a:buNone/>
              <a:defRPr sz="1854" b="1"/>
            </a:lvl7pPr>
            <a:lvl8pPr marL="3707983" indent="0">
              <a:buNone/>
              <a:defRPr sz="1854" b="1"/>
            </a:lvl8pPr>
            <a:lvl9pPr marL="4237695" indent="0">
              <a:buNone/>
              <a:defRPr sz="1854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3993535" y="2902292"/>
            <a:ext cx="11751259" cy="426883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72283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68469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1641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03958" y="529696"/>
            <a:ext cx="8915119" cy="1853936"/>
          </a:xfrm>
        </p:spPr>
        <p:txBody>
          <a:bodyPr anchor="b"/>
          <a:lstStyle>
            <a:lvl1pPr>
              <a:defRPr sz="3708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751259" y="1143996"/>
            <a:ext cx="13993535" cy="5646411"/>
          </a:xfrm>
        </p:spPr>
        <p:txBody>
          <a:bodyPr/>
          <a:lstStyle>
            <a:lvl1pPr>
              <a:defRPr sz="3708"/>
            </a:lvl1pPr>
            <a:lvl2pPr>
              <a:defRPr sz="3244"/>
            </a:lvl2pPr>
            <a:lvl3pPr>
              <a:defRPr sz="2781"/>
            </a:lvl3pPr>
            <a:lvl4pPr>
              <a:defRPr sz="2317"/>
            </a:lvl4pPr>
            <a:lvl5pPr>
              <a:defRPr sz="2317"/>
            </a:lvl5pPr>
            <a:lvl6pPr>
              <a:defRPr sz="2317"/>
            </a:lvl6pPr>
            <a:lvl7pPr>
              <a:defRPr sz="2317"/>
            </a:lvl7pPr>
            <a:lvl8pPr>
              <a:defRPr sz="2317"/>
            </a:lvl8pPr>
            <a:lvl9pPr>
              <a:defRPr sz="2317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03958" y="2383631"/>
            <a:ext cx="8915119" cy="4415972"/>
          </a:xfrm>
        </p:spPr>
        <p:txBody>
          <a:bodyPr/>
          <a:lstStyle>
            <a:lvl1pPr marL="0" indent="0">
              <a:buNone/>
              <a:defRPr sz="1854"/>
            </a:lvl1pPr>
            <a:lvl2pPr marL="529712" indent="0">
              <a:buNone/>
              <a:defRPr sz="1622"/>
            </a:lvl2pPr>
            <a:lvl3pPr marL="1059424" indent="0">
              <a:buNone/>
              <a:defRPr sz="1390"/>
            </a:lvl3pPr>
            <a:lvl4pPr marL="1589136" indent="0">
              <a:buNone/>
              <a:defRPr sz="1159"/>
            </a:lvl4pPr>
            <a:lvl5pPr marL="2118848" indent="0">
              <a:buNone/>
              <a:defRPr sz="1159"/>
            </a:lvl5pPr>
            <a:lvl6pPr marL="2648560" indent="0">
              <a:buNone/>
              <a:defRPr sz="1159"/>
            </a:lvl6pPr>
            <a:lvl7pPr marL="3178272" indent="0">
              <a:buNone/>
              <a:defRPr sz="1159"/>
            </a:lvl7pPr>
            <a:lvl8pPr marL="3707983" indent="0">
              <a:buNone/>
              <a:defRPr sz="1159"/>
            </a:lvl8pPr>
            <a:lvl9pPr marL="4237695" indent="0">
              <a:buNone/>
              <a:defRPr sz="1159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77673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03958" y="529696"/>
            <a:ext cx="8915119" cy="1853936"/>
          </a:xfrm>
        </p:spPr>
        <p:txBody>
          <a:bodyPr anchor="b"/>
          <a:lstStyle>
            <a:lvl1pPr>
              <a:defRPr sz="3708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751259" y="1143996"/>
            <a:ext cx="13993535" cy="5646411"/>
          </a:xfrm>
        </p:spPr>
        <p:txBody>
          <a:bodyPr anchor="t"/>
          <a:lstStyle>
            <a:lvl1pPr marL="0" indent="0">
              <a:buNone/>
              <a:defRPr sz="3708"/>
            </a:lvl1pPr>
            <a:lvl2pPr marL="529712" indent="0">
              <a:buNone/>
              <a:defRPr sz="3244"/>
            </a:lvl2pPr>
            <a:lvl3pPr marL="1059424" indent="0">
              <a:buNone/>
              <a:defRPr sz="2781"/>
            </a:lvl3pPr>
            <a:lvl4pPr marL="1589136" indent="0">
              <a:buNone/>
              <a:defRPr sz="2317"/>
            </a:lvl4pPr>
            <a:lvl5pPr marL="2118848" indent="0">
              <a:buNone/>
              <a:defRPr sz="2317"/>
            </a:lvl5pPr>
            <a:lvl6pPr marL="2648560" indent="0">
              <a:buNone/>
              <a:defRPr sz="2317"/>
            </a:lvl6pPr>
            <a:lvl7pPr marL="3178272" indent="0">
              <a:buNone/>
              <a:defRPr sz="2317"/>
            </a:lvl7pPr>
            <a:lvl8pPr marL="3707983" indent="0">
              <a:buNone/>
              <a:defRPr sz="2317"/>
            </a:lvl8pPr>
            <a:lvl9pPr marL="4237695" indent="0">
              <a:buNone/>
              <a:defRPr sz="2317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03958" y="2383631"/>
            <a:ext cx="8915119" cy="4415972"/>
          </a:xfrm>
        </p:spPr>
        <p:txBody>
          <a:bodyPr/>
          <a:lstStyle>
            <a:lvl1pPr marL="0" indent="0">
              <a:buNone/>
              <a:defRPr sz="1854"/>
            </a:lvl1pPr>
            <a:lvl2pPr marL="529712" indent="0">
              <a:buNone/>
              <a:defRPr sz="1622"/>
            </a:lvl2pPr>
            <a:lvl3pPr marL="1059424" indent="0">
              <a:buNone/>
              <a:defRPr sz="1390"/>
            </a:lvl3pPr>
            <a:lvl4pPr marL="1589136" indent="0">
              <a:buNone/>
              <a:defRPr sz="1159"/>
            </a:lvl4pPr>
            <a:lvl5pPr marL="2118848" indent="0">
              <a:buNone/>
              <a:defRPr sz="1159"/>
            </a:lvl5pPr>
            <a:lvl6pPr marL="2648560" indent="0">
              <a:buNone/>
              <a:defRPr sz="1159"/>
            </a:lvl6pPr>
            <a:lvl7pPr marL="3178272" indent="0">
              <a:buNone/>
              <a:defRPr sz="1159"/>
            </a:lvl7pPr>
            <a:lvl8pPr marL="3707983" indent="0">
              <a:buNone/>
              <a:defRPr sz="1159"/>
            </a:lvl8pPr>
            <a:lvl9pPr marL="4237695" indent="0">
              <a:buNone/>
              <a:defRPr sz="1159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76500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1259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9780984" y="423021"/>
            <a:ext cx="5960209" cy="673339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00357" y="423021"/>
            <a:ext cx="17535108" cy="6733391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33620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00357" y="423021"/>
            <a:ext cx="23840837" cy="15357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00357" y="2115105"/>
            <a:ext cx="23840837" cy="50413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00356" y="7364245"/>
            <a:ext cx="6219349" cy="42302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56264" y="7364245"/>
            <a:ext cx="9329023" cy="42302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9521845" y="7364245"/>
            <a:ext cx="6219349" cy="42302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1623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59424" rtl="0" eaLnBrk="1" latinLnBrk="0" hangingPunct="1">
        <a:lnSpc>
          <a:spcPct val="90000"/>
        </a:lnSpc>
        <a:spcBef>
          <a:spcPct val="0"/>
        </a:spcBef>
        <a:buNone/>
        <a:defRPr kumimoji="1" sz="509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4856" indent="-264856" algn="l" defTabSz="1059424" rtl="0" eaLnBrk="1" latinLnBrk="0" hangingPunct="1">
        <a:lnSpc>
          <a:spcPct val="90000"/>
        </a:lnSpc>
        <a:spcBef>
          <a:spcPts val="1159"/>
        </a:spcBef>
        <a:buFont typeface="Arial" panose="020B0604020202020204" pitchFamily="34" charset="0"/>
        <a:buChar char="•"/>
        <a:defRPr kumimoji="1" sz="3244" kern="1200">
          <a:solidFill>
            <a:schemeClr val="tx1"/>
          </a:solidFill>
          <a:latin typeface="+mn-lt"/>
          <a:ea typeface="+mn-ea"/>
          <a:cs typeface="+mn-cs"/>
        </a:defRPr>
      </a:lvl1pPr>
      <a:lvl2pPr marL="794568" indent="-264856" algn="l" defTabSz="1059424" rtl="0" eaLnBrk="1" latinLnBrk="0" hangingPunct="1">
        <a:lnSpc>
          <a:spcPct val="90000"/>
        </a:lnSpc>
        <a:spcBef>
          <a:spcPts val="579"/>
        </a:spcBef>
        <a:buFont typeface="Arial" panose="020B0604020202020204" pitchFamily="34" charset="0"/>
        <a:buChar char="•"/>
        <a:defRPr kumimoji="1" sz="2781" kern="1200">
          <a:solidFill>
            <a:schemeClr val="tx1"/>
          </a:solidFill>
          <a:latin typeface="+mn-lt"/>
          <a:ea typeface="+mn-ea"/>
          <a:cs typeface="+mn-cs"/>
        </a:defRPr>
      </a:lvl2pPr>
      <a:lvl3pPr marL="1324280" indent="-264856" algn="l" defTabSz="1059424" rtl="0" eaLnBrk="1" latinLnBrk="0" hangingPunct="1">
        <a:lnSpc>
          <a:spcPct val="90000"/>
        </a:lnSpc>
        <a:spcBef>
          <a:spcPts val="579"/>
        </a:spcBef>
        <a:buFont typeface="Arial" panose="020B0604020202020204" pitchFamily="34" charset="0"/>
        <a:buChar char="•"/>
        <a:defRPr kumimoji="1" sz="2317" kern="1200">
          <a:solidFill>
            <a:schemeClr val="tx1"/>
          </a:solidFill>
          <a:latin typeface="+mn-lt"/>
          <a:ea typeface="+mn-ea"/>
          <a:cs typeface="+mn-cs"/>
        </a:defRPr>
      </a:lvl3pPr>
      <a:lvl4pPr marL="1853992" indent="-264856" algn="l" defTabSz="1059424" rtl="0" eaLnBrk="1" latinLnBrk="0" hangingPunct="1">
        <a:lnSpc>
          <a:spcPct val="90000"/>
        </a:lnSpc>
        <a:spcBef>
          <a:spcPts val="579"/>
        </a:spcBef>
        <a:buFont typeface="Arial" panose="020B0604020202020204" pitchFamily="34" charset="0"/>
        <a:buChar char="•"/>
        <a:defRPr kumimoji="1" sz="2085" kern="1200">
          <a:solidFill>
            <a:schemeClr val="tx1"/>
          </a:solidFill>
          <a:latin typeface="+mn-lt"/>
          <a:ea typeface="+mn-ea"/>
          <a:cs typeface="+mn-cs"/>
        </a:defRPr>
      </a:lvl4pPr>
      <a:lvl5pPr marL="2383704" indent="-264856" algn="l" defTabSz="1059424" rtl="0" eaLnBrk="1" latinLnBrk="0" hangingPunct="1">
        <a:lnSpc>
          <a:spcPct val="90000"/>
        </a:lnSpc>
        <a:spcBef>
          <a:spcPts val="579"/>
        </a:spcBef>
        <a:buFont typeface="Arial" panose="020B0604020202020204" pitchFamily="34" charset="0"/>
        <a:buChar char="•"/>
        <a:defRPr kumimoji="1" sz="2085" kern="1200">
          <a:solidFill>
            <a:schemeClr val="tx1"/>
          </a:solidFill>
          <a:latin typeface="+mn-lt"/>
          <a:ea typeface="+mn-ea"/>
          <a:cs typeface="+mn-cs"/>
        </a:defRPr>
      </a:lvl5pPr>
      <a:lvl6pPr marL="2913416" indent="-264856" algn="l" defTabSz="1059424" rtl="0" eaLnBrk="1" latinLnBrk="0" hangingPunct="1">
        <a:lnSpc>
          <a:spcPct val="90000"/>
        </a:lnSpc>
        <a:spcBef>
          <a:spcPts val="579"/>
        </a:spcBef>
        <a:buFont typeface="Arial" panose="020B0604020202020204" pitchFamily="34" charset="0"/>
        <a:buChar char="•"/>
        <a:defRPr kumimoji="1" sz="2085" kern="1200">
          <a:solidFill>
            <a:schemeClr val="tx1"/>
          </a:solidFill>
          <a:latin typeface="+mn-lt"/>
          <a:ea typeface="+mn-ea"/>
          <a:cs typeface="+mn-cs"/>
        </a:defRPr>
      </a:lvl6pPr>
      <a:lvl7pPr marL="3443127" indent="-264856" algn="l" defTabSz="1059424" rtl="0" eaLnBrk="1" latinLnBrk="0" hangingPunct="1">
        <a:lnSpc>
          <a:spcPct val="90000"/>
        </a:lnSpc>
        <a:spcBef>
          <a:spcPts val="579"/>
        </a:spcBef>
        <a:buFont typeface="Arial" panose="020B0604020202020204" pitchFamily="34" charset="0"/>
        <a:buChar char="•"/>
        <a:defRPr kumimoji="1" sz="2085" kern="1200">
          <a:solidFill>
            <a:schemeClr val="tx1"/>
          </a:solidFill>
          <a:latin typeface="+mn-lt"/>
          <a:ea typeface="+mn-ea"/>
          <a:cs typeface="+mn-cs"/>
        </a:defRPr>
      </a:lvl7pPr>
      <a:lvl8pPr marL="3972839" indent="-264856" algn="l" defTabSz="1059424" rtl="0" eaLnBrk="1" latinLnBrk="0" hangingPunct="1">
        <a:lnSpc>
          <a:spcPct val="90000"/>
        </a:lnSpc>
        <a:spcBef>
          <a:spcPts val="579"/>
        </a:spcBef>
        <a:buFont typeface="Arial" panose="020B0604020202020204" pitchFamily="34" charset="0"/>
        <a:buChar char="•"/>
        <a:defRPr kumimoji="1" sz="2085" kern="1200">
          <a:solidFill>
            <a:schemeClr val="tx1"/>
          </a:solidFill>
          <a:latin typeface="+mn-lt"/>
          <a:ea typeface="+mn-ea"/>
          <a:cs typeface="+mn-cs"/>
        </a:defRPr>
      </a:lvl8pPr>
      <a:lvl9pPr marL="4502551" indent="-264856" algn="l" defTabSz="1059424" rtl="0" eaLnBrk="1" latinLnBrk="0" hangingPunct="1">
        <a:lnSpc>
          <a:spcPct val="90000"/>
        </a:lnSpc>
        <a:spcBef>
          <a:spcPts val="579"/>
        </a:spcBef>
        <a:buFont typeface="Arial" panose="020B0604020202020204" pitchFamily="34" charset="0"/>
        <a:buChar char="•"/>
        <a:defRPr kumimoji="1" sz="20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9424" rtl="0" eaLnBrk="1" latinLnBrk="0" hangingPunct="1">
        <a:defRPr kumimoji="1" sz="2085" kern="1200">
          <a:solidFill>
            <a:schemeClr val="tx1"/>
          </a:solidFill>
          <a:latin typeface="+mn-lt"/>
          <a:ea typeface="+mn-ea"/>
          <a:cs typeface="+mn-cs"/>
        </a:defRPr>
      </a:lvl1pPr>
      <a:lvl2pPr marL="529712" algn="l" defTabSz="1059424" rtl="0" eaLnBrk="1" latinLnBrk="0" hangingPunct="1">
        <a:defRPr kumimoji="1" sz="2085" kern="1200">
          <a:solidFill>
            <a:schemeClr val="tx1"/>
          </a:solidFill>
          <a:latin typeface="+mn-lt"/>
          <a:ea typeface="+mn-ea"/>
          <a:cs typeface="+mn-cs"/>
        </a:defRPr>
      </a:lvl2pPr>
      <a:lvl3pPr marL="1059424" algn="l" defTabSz="1059424" rtl="0" eaLnBrk="1" latinLnBrk="0" hangingPunct="1">
        <a:defRPr kumimoji="1" sz="2085" kern="1200">
          <a:solidFill>
            <a:schemeClr val="tx1"/>
          </a:solidFill>
          <a:latin typeface="+mn-lt"/>
          <a:ea typeface="+mn-ea"/>
          <a:cs typeface="+mn-cs"/>
        </a:defRPr>
      </a:lvl3pPr>
      <a:lvl4pPr marL="1589136" algn="l" defTabSz="1059424" rtl="0" eaLnBrk="1" latinLnBrk="0" hangingPunct="1">
        <a:defRPr kumimoji="1" sz="2085" kern="1200">
          <a:solidFill>
            <a:schemeClr val="tx1"/>
          </a:solidFill>
          <a:latin typeface="+mn-lt"/>
          <a:ea typeface="+mn-ea"/>
          <a:cs typeface="+mn-cs"/>
        </a:defRPr>
      </a:lvl4pPr>
      <a:lvl5pPr marL="2118848" algn="l" defTabSz="1059424" rtl="0" eaLnBrk="1" latinLnBrk="0" hangingPunct="1">
        <a:defRPr kumimoji="1" sz="2085" kern="1200">
          <a:solidFill>
            <a:schemeClr val="tx1"/>
          </a:solidFill>
          <a:latin typeface="+mn-lt"/>
          <a:ea typeface="+mn-ea"/>
          <a:cs typeface="+mn-cs"/>
        </a:defRPr>
      </a:lvl5pPr>
      <a:lvl6pPr marL="2648560" algn="l" defTabSz="1059424" rtl="0" eaLnBrk="1" latinLnBrk="0" hangingPunct="1">
        <a:defRPr kumimoji="1" sz="2085" kern="1200">
          <a:solidFill>
            <a:schemeClr val="tx1"/>
          </a:solidFill>
          <a:latin typeface="+mn-lt"/>
          <a:ea typeface="+mn-ea"/>
          <a:cs typeface="+mn-cs"/>
        </a:defRPr>
      </a:lvl6pPr>
      <a:lvl7pPr marL="3178272" algn="l" defTabSz="1059424" rtl="0" eaLnBrk="1" latinLnBrk="0" hangingPunct="1">
        <a:defRPr kumimoji="1" sz="2085" kern="1200">
          <a:solidFill>
            <a:schemeClr val="tx1"/>
          </a:solidFill>
          <a:latin typeface="+mn-lt"/>
          <a:ea typeface="+mn-ea"/>
          <a:cs typeface="+mn-cs"/>
        </a:defRPr>
      </a:lvl7pPr>
      <a:lvl8pPr marL="3707983" algn="l" defTabSz="1059424" rtl="0" eaLnBrk="1" latinLnBrk="0" hangingPunct="1">
        <a:defRPr kumimoji="1" sz="2085" kern="1200">
          <a:solidFill>
            <a:schemeClr val="tx1"/>
          </a:solidFill>
          <a:latin typeface="+mn-lt"/>
          <a:ea typeface="+mn-ea"/>
          <a:cs typeface="+mn-cs"/>
        </a:defRPr>
      </a:lvl8pPr>
      <a:lvl9pPr marL="4237695" algn="l" defTabSz="1059424" rtl="0" eaLnBrk="1" latinLnBrk="0" hangingPunct="1">
        <a:defRPr kumimoji="1" sz="20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3445FE3-3D2E-AFCC-1537-DCEC7B522802}"/>
              </a:ext>
            </a:extLst>
          </p:cNvPr>
          <p:cNvSpPr/>
          <p:nvPr/>
        </p:nvSpPr>
        <p:spPr>
          <a:xfrm>
            <a:off x="0" y="447519"/>
            <a:ext cx="27641550" cy="7493309"/>
          </a:xfrm>
          <a:prstGeom prst="rect">
            <a:avLst/>
          </a:prstGeom>
          <a:solidFill>
            <a:schemeClr val="bg1"/>
          </a:solidFill>
          <a:ln w="762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A452396-FE6F-8F6A-645E-FADB6EE66640}"/>
              </a:ext>
            </a:extLst>
          </p:cNvPr>
          <p:cNvSpPr txBox="1"/>
          <p:nvPr/>
        </p:nvSpPr>
        <p:spPr>
          <a:xfrm>
            <a:off x="473528" y="20281"/>
            <a:ext cx="12689232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kumimoji="1" lang="en-US" altLang="ja-JP" sz="6000" dirty="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6. </a:t>
            </a:r>
            <a:r>
              <a:rPr kumimoji="1" lang="ja-JP" altLang="en-US" sz="600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ムーンショット目標内の研究計画</a:t>
            </a: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2A1CEE6A-B778-D79E-900A-A23BA8A25213}"/>
              </a:ext>
            </a:extLst>
          </p:cNvPr>
          <p:cNvSpPr txBox="1"/>
          <p:nvPr/>
        </p:nvSpPr>
        <p:spPr>
          <a:xfrm>
            <a:off x="473528" y="1412152"/>
            <a:ext cx="11726287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ja-JP" altLang="en-US" sz="36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■</a:t>
            </a:r>
            <a:r>
              <a:rPr kumimoji="1" lang="en-US" altLang="ja-JP" sz="36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</a:t>
            </a:r>
            <a:r>
              <a:rPr kumimoji="1" lang="ja-JP" altLang="en-US" sz="36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最適な</a:t>
            </a:r>
            <a:r>
              <a:rPr kumimoji="1" lang="en-US" altLang="ja-JP" sz="36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Hamiltonian simulation </a:t>
            </a:r>
            <a:r>
              <a:rPr kumimoji="1" lang="ja-JP" altLang="en-US" sz="36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の設計</a:t>
            </a:r>
            <a:r>
              <a:rPr kumimoji="1" lang="en-US" altLang="ja-JP" sz="36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/ </a:t>
            </a:r>
            <a:r>
              <a:rPr kumimoji="1" lang="ja-JP" altLang="en-US" sz="36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リソース見積り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23FFCF1-EE86-4A99-7581-25741BFC9E47}"/>
              </a:ext>
            </a:extLst>
          </p:cNvPr>
          <p:cNvSpPr txBox="1"/>
          <p:nvPr/>
        </p:nvSpPr>
        <p:spPr>
          <a:xfrm>
            <a:off x="14207642" y="4040609"/>
            <a:ext cx="769770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3200" u="sng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量子位相推定</a:t>
            </a:r>
            <a:r>
              <a:rPr kumimoji="1" lang="en-US" altLang="ja-JP" sz="3200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</a:t>
            </a:r>
            <a:r>
              <a:rPr kumimoji="1" lang="en-US" altLang="ja-JP" sz="2800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(</a:t>
            </a:r>
            <a:r>
              <a:rPr kumimoji="1" lang="ja-JP" altLang="en-US" sz="2800" u="sng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固有値計算</a:t>
            </a:r>
            <a:r>
              <a:rPr kumimoji="1" lang="en-US" altLang="ja-JP" sz="2800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)</a:t>
            </a:r>
            <a:endParaRPr lang="ja-JP" altLang="en-US" sz="3200" u="sng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2A23F5F-6FEE-7C2D-9577-811C80751A41}"/>
              </a:ext>
            </a:extLst>
          </p:cNvPr>
          <p:cNvSpPr txBox="1"/>
          <p:nvPr/>
        </p:nvSpPr>
        <p:spPr>
          <a:xfrm>
            <a:off x="14207642" y="1089398"/>
            <a:ext cx="9857186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ja-JP" altLang="en-US" sz="36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■</a:t>
            </a:r>
            <a:r>
              <a:rPr kumimoji="1" lang="en-US" altLang="ja-JP" sz="36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End-to-end </a:t>
            </a:r>
            <a:r>
              <a:rPr kumimoji="1" lang="ja-JP" altLang="en-US" sz="36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のアルゴリズムの計算コスト改善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C355B20-7A3D-8AF5-34DA-79CB7D23EF92}"/>
              </a:ext>
            </a:extLst>
          </p:cNvPr>
          <p:cNvSpPr txBox="1"/>
          <p:nvPr/>
        </p:nvSpPr>
        <p:spPr>
          <a:xfrm>
            <a:off x="14207642" y="5840949"/>
            <a:ext cx="769770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3200" u="sng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初期状態準備</a:t>
            </a:r>
            <a:r>
              <a:rPr kumimoji="1" lang="en-US" altLang="ja-JP" sz="3200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</a:t>
            </a:r>
            <a:r>
              <a:rPr kumimoji="1" lang="en-US" altLang="ja-JP" sz="2800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(</a:t>
            </a:r>
            <a:r>
              <a:rPr kumimoji="1" lang="ja-JP" altLang="en-US" sz="2800" u="sng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近似的な固有状態準備</a:t>
            </a:r>
            <a:r>
              <a:rPr kumimoji="1" lang="en-US" altLang="ja-JP" sz="2800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)</a:t>
            </a:r>
            <a:endParaRPr lang="ja-JP" altLang="en-US" sz="3200" u="sng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4187382-1FEE-B90B-0687-5910F4800F0B}"/>
              </a:ext>
            </a:extLst>
          </p:cNvPr>
          <p:cNvSpPr txBox="1"/>
          <p:nvPr/>
        </p:nvSpPr>
        <p:spPr>
          <a:xfrm>
            <a:off x="20371735" y="1949862"/>
            <a:ext cx="69435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400" dirty="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2029-2030</a:t>
            </a:r>
            <a:r>
              <a:rPr lang="ja-JP" altLang="en-US" sz="240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年度マイルストーン</a:t>
            </a:r>
            <a:r>
              <a:rPr lang="en-US" altLang="ja-JP" sz="2400" dirty="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, </a:t>
            </a:r>
            <a:r>
              <a:rPr lang="ja-JP" altLang="en-US" sz="240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研究課題</a:t>
            </a:r>
            <a:r>
              <a:rPr lang="en-US" altLang="ja-JP" sz="2400" dirty="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2-2</a:t>
            </a:r>
            <a:r>
              <a:rPr lang="ja-JP" altLang="en-US" sz="240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と連携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1A5089E-B397-2D12-D2BF-F38DE58AE038}"/>
              </a:ext>
            </a:extLst>
          </p:cNvPr>
          <p:cNvSpPr txBox="1"/>
          <p:nvPr/>
        </p:nvSpPr>
        <p:spPr>
          <a:xfrm>
            <a:off x="9316655" y="2269902"/>
            <a:ext cx="42901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400" dirty="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2026-2028</a:t>
            </a:r>
            <a:r>
              <a:rPr lang="ja-JP" altLang="en-US" sz="240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年度マイルストーン</a:t>
            </a:r>
            <a:endParaRPr lang="ja-JP" altLang="en-US" sz="2400">
              <a:solidFill>
                <a:srgbClr val="002060"/>
              </a:solidFill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12DE45E-7647-39D4-3CF5-39C1D1AF709C}"/>
              </a:ext>
            </a:extLst>
          </p:cNvPr>
          <p:cNvSpPr txBox="1"/>
          <p:nvPr/>
        </p:nvSpPr>
        <p:spPr>
          <a:xfrm>
            <a:off x="473528" y="2870470"/>
            <a:ext cx="769770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2800" u="sng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✔︎</a:t>
            </a:r>
            <a:r>
              <a:rPr kumimoji="1" lang="en-US" altLang="ja-JP" sz="3200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</a:t>
            </a:r>
            <a:r>
              <a:rPr kumimoji="1" lang="ja-JP" altLang="en-US" sz="3200" u="sng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最適な量子アルゴリズム実装法の構築</a:t>
            </a:r>
            <a:r>
              <a:rPr kumimoji="1" lang="en-US" altLang="ja-JP" sz="3200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</a:t>
            </a:r>
            <a:endParaRPr lang="ja-JP" altLang="en-US" sz="3200" u="sng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81CBC10-A724-1BF3-F2EC-56052A0BF0B6}"/>
              </a:ext>
            </a:extLst>
          </p:cNvPr>
          <p:cNvSpPr txBox="1"/>
          <p:nvPr/>
        </p:nvSpPr>
        <p:spPr>
          <a:xfrm>
            <a:off x="473528" y="5302181"/>
            <a:ext cx="92735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3200" u="sng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✔︎</a:t>
            </a:r>
            <a:r>
              <a:rPr kumimoji="1" lang="en-US" altLang="ja-JP" sz="3200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</a:t>
            </a:r>
            <a:r>
              <a:rPr kumimoji="1" lang="ja-JP" altLang="en-US" sz="3200" u="sng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量子物質を反映した誤差評価→計算コスト決定</a:t>
            </a:r>
            <a:r>
              <a:rPr kumimoji="1" lang="en-US" altLang="ja-JP" sz="3200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</a:t>
            </a:r>
            <a:endParaRPr lang="ja-JP" altLang="en-US" sz="3200" u="sng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72DA444-BCAF-E222-6467-75CD182496DE}"/>
              </a:ext>
            </a:extLst>
          </p:cNvPr>
          <p:cNvSpPr txBox="1"/>
          <p:nvPr/>
        </p:nvSpPr>
        <p:spPr>
          <a:xfrm>
            <a:off x="703749" y="6220410"/>
            <a:ext cx="80122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- </a:t>
            </a:r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初期状態の性質</a:t>
            </a:r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</a:t>
            </a:r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(</a:t>
            </a:r>
            <a:r>
              <a:rPr kumimoji="1" lang="ja-JP" altLang="en-US" sz="20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エネルギー</a:t>
            </a:r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, </a:t>
            </a:r>
            <a:r>
              <a:rPr kumimoji="1" lang="ja-JP" altLang="en-US" sz="20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相関</a:t>
            </a:r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, etc.)</a:t>
            </a:r>
            <a:endParaRPr lang="ja-JP" altLang="en-US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505EC29-DA65-5B47-CCE6-A05BDAB7AA45}"/>
              </a:ext>
            </a:extLst>
          </p:cNvPr>
          <p:cNvSpPr txBox="1"/>
          <p:nvPr/>
        </p:nvSpPr>
        <p:spPr>
          <a:xfrm>
            <a:off x="703749" y="6930934"/>
            <a:ext cx="55024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- </a:t>
            </a:r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多体</a:t>
            </a:r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Hamiltonian </a:t>
            </a:r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(</a:t>
            </a:r>
            <a:r>
              <a:rPr kumimoji="1" lang="ja-JP" altLang="en-US" sz="20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局所性</a:t>
            </a:r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, </a:t>
            </a:r>
            <a:r>
              <a:rPr kumimoji="1" lang="ja-JP" altLang="en-US" sz="20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対称性</a:t>
            </a:r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, etc.)</a:t>
            </a:r>
            <a:endParaRPr lang="ja-JP" altLang="en-US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右中かっこ 11">
            <a:extLst>
              <a:ext uri="{FF2B5EF4-FFF2-40B4-BE49-F238E27FC236}">
                <a16:creationId xmlns:a16="http://schemas.microsoft.com/office/drawing/2014/main" id="{59F446C5-7A2D-2FF7-D987-1D03A48B2BB4}"/>
              </a:ext>
            </a:extLst>
          </p:cNvPr>
          <p:cNvSpPr/>
          <p:nvPr/>
        </p:nvSpPr>
        <p:spPr>
          <a:xfrm>
            <a:off x="6245156" y="6107621"/>
            <a:ext cx="330742" cy="1463696"/>
          </a:xfrm>
          <a:prstGeom prst="rightBrac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992550B4-2FC9-8980-F01E-39CCA630FF3A}"/>
              </a:ext>
            </a:extLst>
          </p:cNvPr>
          <p:cNvSpPr txBox="1"/>
          <p:nvPr/>
        </p:nvSpPr>
        <p:spPr>
          <a:xfrm>
            <a:off x="6745809" y="6245083"/>
            <a:ext cx="6860958" cy="11695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従来の</a:t>
            </a:r>
            <a:r>
              <a:rPr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worst case</a:t>
            </a:r>
            <a:r>
              <a:rPr lang="ja-JP" altLang="en-US" sz="2800"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での評価を改善し</a:t>
            </a:r>
            <a:endParaRPr lang="en-US" altLang="ja-JP" sz="2800" dirty="0">
              <a:latin typeface="YuKyokasho Medium" panose="02000500000000000000" pitchFamily="2" charset="-128"/>
              <a:ea typeface="YuKyokasho Medium" panose="02000500000000000000" pitchFamily="2" charset="-128"/>
              <a:cs typeface="Times New Roman" panose="02020603050405020304" pitchFamily="18" charset="0"/>
            </a:endParaRPr>
          </a:p>
          <a:p>
            <a:endParaRPr lang="en-US" altLang="ja-JP" sz="1400" dirty="0">
              <a:latin typeface="YuKyokasho Medium" panose="02000500000000000000" pitchFamily="2" charset="-128"/>
              <a:ea typeface="YuKyokasho Medium" panose="02000500000000000000" pitchFamily="2" charset="-128"/>
              <a:cs typeface="Times New Roman" panose="02020603050405020304" pitchFamily="18" charset="0"/>
            </a:endParaRPr>
          </a:p>
          <a:p>
            <a:pPr algn="r"/>
            <a:r>
              <a:rPr lang="ja-JP" altLang="en-US" sz="2800"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実用的に</a:t>
            </a:r>
            <a:r>
              <a:rPr lang="ja-JP" altLang="en-US" sz="2800"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到達可能な計算時間を明らかに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349AB5FF-ABD8-A0D9-4FB1-31EF8E7B83BC}"/>
              </a:ext>
            </a:extLst>
          </p:cNvPr>
          <p:cNvSpPr txBox="1"/>
          <p:nvPr/>
        </p:nvSpPr>
        <p:spPr>
          <a:xfrm>
            <a:off x="7159557" y="3673427"/>
            <a:ext cx="6447209" cy="11695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現実的に達成可能な</a:t>
            </a:r>
            <a:endParaRPr lang="en-US" altLang="ja-JP" sz="2800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  <a:p>
            <a:endParaRPr lang="en-US" altLang="ja-JP" sz="1400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  <a:p>
            <a:pPr algn="r"/>
            <a:r>
              <a:rPr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回路深さ・ゲート数を目指す</a:t>
            </a:r>
            <a:endParaRPr lang="ja-JP" altLang="en-US" sz="2800">
              <a:latin typeface="YuKyokasho Medium" panose="02000500000000000000" pitchFamily="2" charset="-128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3A420DE-E3D0-0D52-BCA6-24890CF3077C}"/>
              </a:ext>
            </a:extLst>
          </p:cNvPr>
          <p:cNvSpPr txBox="1"/>
          <p:nvPr/>
        </p:nvSpPr>
        <p:spPr>
          <a:xfrm>
            <a:off x="742659" y="3675503"/>
            <a:ext cx="60031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- </a:t>
            </a:r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最適な</a:t>
            </a:r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Hamiltonian </a:t>
            </a:r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の項の分解</a:t>
            </a:r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, etc.</a:t>
            </a:r>
            <a:endParaRPr lang="ja-JP" altLang="en-US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75D4044-A3F7-CCC4-DB3F-F151CC4E0B9F}"/>
              </a:ext>
            </a:extLst>
          </p:cNvPr>
          <p:cNvSpPr txBox="1"/>
          <p:nvPr/>
        </p:nvSpPr>
        <p:spPr>
          <a:xfrm>
            <a:off x="742657" y="4386027"/>
            <a:ext cx="60031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- </a:t>
            </a:r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最良の実装法</a:t>
            </a:r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</a:t>
            </a:r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(</a:t>
            </a:r>
            <a:r>
              <a:rPr kumimoji="1" lang="ja-JP" altLang="en-US" sz="20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ランダム化</a:t>
            </a:r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, </a:t>
            </a:r>
            <a:r>
              <a:rPr kumimoji="1" lang="ja-JP" altLang="en-US" sz="20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複数積公式</a:t>
            </a:r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, etc.)</a:t>
            </a:r>
            <a:endParaRPr lang="ja-JP" altLang="en-US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右中かっこ 16">
            <a:extLst>
              <a:ext uri="{FF2B5EF4-FFF2-40B4-BE49-F238E27FC236}">
                <a16:creationId xmlns:a16="http://schemas.microsoft.com/office/drawing/2014/main" id="{C03B8703-41C1-9704-D7A3-841B72B66739}"/>
              </a:ext>
            </a:extLst>
          </p:cNvPr>
          <p:cNvSpPr/>
          <p:nvPr/>
        </p:nvSpPr>
        <p:spPr>
          <a:xfrm>
            <a:off x="6634259" y="3562714"/>
            <a:ext cx="330742" cy="1463696"/>
          </a:xfrm>
          <a:prstGeom prst="rightBrac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A878D48D-9319-F91A-AC4C-C840C969A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43501" y="5477151"/>
            <a:ext cx="2825373" cy="2068577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0C745935-36A7-0322-279E-7C6D4E780CA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8512" t="15270" r="15358" b="10416"/>
          <a:stretch/>
        </p:blipFill>
        <p:spPr>
          <a:xfrm>
            <a:off x="23638795" y="2897115"/>
            <a:ext cx="3529227" cy="1890363"/>
          </a:xfrm>
          <a:prstGeom prst="rect">
            <a:avLst/>
          </a:prstGeom>
        </p:spPr>
      </p:pic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E189C4E8-7CF3-3177-5792-E13AD44290FE}"/>
              </a:ext>
            </a:extLst>
          </p:cNvPr>
          <p:cNvSpPr/>
          <p:nvPr/>
        </p:nvSpPr>
        <p:spPr>
          <a:xfrm>
            <a:off x="24089879" y="4340123"/>
            <a:ext cx="1964257" cy="459881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6AF1576D-CE9C-15BF-077D-22FBFE3C6CEE}"/>
              </a:ext>
            </a:extLst>
          </p:cNvPr>
          <p:cNvSpPr/>
          <p:nvPr/>
        </p:nvSpPr>
        <p:spPr>
          <a:xfrm>
            <a:off x="24780121" y="5777006"/>
            <a:ext cx="836728" cy="459881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23AA1341-3706-B94C-03A7-DFD47E02A35C}"/>
              </a:ext>
            </a:extLst>
          </p:cNvPr>
          <p:cNvSpPr txBox="1"/>
          <p:nvPr/>
        </p:nvSpPr>
        <p:spPr>
          <a:xfrm>
            <a:off x="24935595" y="5060237"/>
            <a:ext cx="25265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Hamiltonian simulation</a:t>
            </a:r>
            <a:endParaRPr lang="ja-JP" altLang="en-US" b="1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04ACBC86-1FDE-EC5A-032E-F06CB42D6698}"/>
              </a:ext>
            </a:extLst>
          </p:cNvPr>
          <p:cNvCxnSpPr>
            <a:cxnSpLocks/>
            <a:endCxn id="22" idx="0"/>
          </p:cNvCxnSpPr>
          <p:nvPr/>
        </p:nvCxnSpPr>
        <p:spPr>
          <a:xfrm>
            <a:off x="25132967" y="4910990"/>
            <a:ext cx="1065915" cy="149247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CBEF31AF-A6BA-4D5E-6038-24D33D86A58D}"/>
              </a:ext>
            </a:extLst>
          </p:cNvPr>
          <p:cNvCxnSpPr>
            <a:cxnSpLocks/>
            <a:endCxn id="22" idx="2"/>
          </p:cNvCxnSpPr>
          <p:nvPr/>
        </p:nvCxnSpPr>
        <p:spPr>
          <a:xfrm flipV="1">
            <a:off x="25132967" y="5429569"/>
            <a:ext cx="1065915" cy="196629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18FF79C1-27F9-6BEE-664C-05A38BDA324B}"/>
              </a:ext>
            </a:extLst>
          </p:cNvPr>
          <p:cNvSpPr txBox="1"/>
          <p:nvPr/>
        </p:nvSpPr>
        <p:spPr>
          <a:xfrm>
            <a:off x="14207642" y="2633503"/>
            <a:ext cx="8957625" cy="116955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Hamiltonian simulation </a:t>
            </a:r>
            <a:r>
              <a:rPr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を</a:t>
            </a:r>
            <a:r>
              <a:rPr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“black-box” </a:t>
            </a:r>
            <a:r>
              <a:rPr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とせず、</a:t>
            </a:r>
            <a:endParaRPr lang="en-US" altLang="ja-JP" sz="2800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  <a:p>
            <a:endParaRPr lang="en-US" altLang="ja-JP" sz="1400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  <a:p>
            <a:pPr algn="r"/>
            <a:r>
              <a:rPr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アルゴリズム全体で最良の計算コストを目指す</a:t>
            </a:r>
            <a:endParaRPr lang="ja-JP" altLang="en-US" sz="2800">
              <a:latin typeface="YuKyokasho Medium" panose="02000500000000000000" pitchFamily="2" charset="-128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DE2487B-00F1-A765-84AB-1B8E0DF5A025}"/>
              </a:ext>
            </a:extLst>
          </p:cNvPr>
          <p:cNvSpPr txBox="1"/>
          <p:nvPr/>
        </p:nvSpPr>
        <p:spPr>
          <a:xfrm>
            <a:off x="14656960" y="4750576"/>
            <a:ext cx="850830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- </a:t>
            </a:r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初期状態等を反映した正確な誤差評価</a:t>
            </a:r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</a:t>
            </a:r>
          </a:p>
          <a:p>
            <a:pPr algn="r"/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→</a:t>
            </a:r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</a:t>
            </a:r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計算コスト改善</a:t>
            </a:r>
            <a:endParaRPr lang="ja-JP" altLang="en-US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86FC0353-22F6-49D2-77FA-B46EFD2DD949}"/>
              </a:ext>
            </a:extLst>
          </p:cNvPr>
          <p:cNvSpPr txBox="1"/>
          <p:nvPr/>
        </p:nvSpPr>
        <p:spPr>
          <a:xfrm>
            <a:off x="14656959" y="6595555"/>
            <a:ext cx="850830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- </a:t>
            </a:r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時間依存ダイナミクス</a:t>
            </a:r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/</a:t>
            </a:r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散逸系ダイナミクス</a:t>
            </a:r>
            <a:endParaRPr kumimoji="1" lang="en-US" altLang="ja-JP" sz="2800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  <a:p>
            <a:pPr algn="r"/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の</a:t>
            </a:r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end-to-end </a:t>
            </a:r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での計算コスト改善</a:t>
            </a:r>
            <a:endParaRPr lang="ja-JP" altLang="en-US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49698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5865</TotalTime>
  <Words>198</Words>
  <Application>Microsoft Macintosh PowerPoint</Application>
  <PresentationFormat>ユーザー設定</PresentationFormat>
  <Paragraphs>27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8" baseType="lpstr">
      <vt:lpstr>YuKyokasho Medium</vt:lpstr>
      <vt:lpstr>YuKyokasho Medium</vt:lpstr>
      <vt:lpstr>Arial</vt:lpstr>
      <vt:lpstr>Calibri</vt:lpstr>
      <vt:lpstr>Calibri Light</vt:lpstr>
      <vt:lpstr>Times New Roman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水田　郁</dc:creator>
  <cp:lastModifiedBy>水田　郁</cp:lastModifiedBy>
  <cp:revision>17</cp:revision>
  <dcterms:created xsi:type="dcterms:W3CDTF">2023-12-08T07:40:41Z</dcterms:created>
  <dcterms:modified xsi:type="dcterms:W3CDTF">2026-02-12T08:15:12Z</dcterms:modified>
</cp:coreProperties>
</file>