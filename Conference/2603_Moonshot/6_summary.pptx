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</p:sldIdLst>
  <p:sldSz cx="13506450" cy="46910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78" userDrawn="1">
          <p15:clr>
            <a:srgbClr val="A4A3A4"/>
          </p15:clr>
        </p15:guide>
        <p15:guide id="2" pos="425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627"/>
    <p:restoredTop sz="96327"/>
  </p:normalViewPr>
  <p:slideViewPr>
    <p:cSldViewPr snapToGrid="0" showGuides="1">
      <p:cViewPr varScale="1">
        <p:scale>
          <a:sx n="123" d="100"/>
          <a:sy n="123" d="100"/>
        </p:scale>
        <p:origin x="232" y="856"/>
      </p:cViewPr>
      <p:guideLst>
        <p:guide orient="horz" pos="1478"/>
        <p:guide pos="425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88306" y="767727"/>
            <a:ext cx="10129838" cy="1633185"/>
          </a:xfrm>
        </p:spPr>
        <p:txBody>
          <a:bodyPr anchor="b"/>
          <a:lstStyle>
            <a:lvl1pPr algn="ctr">
              <a:defRPr sz="4104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88306" y="2463894"/>
            <a:ext cx="10129838" cy="1132587"/>
          </a:xfrm>
        </p:spPr>
        <p:txBody>
          <a:bodyPr/>
          <a:lstStyle>
            <a:lvl1pPr marL="0" indent="0" algn="ctr">
              <a:buNone/>
              <a:defRPr sz="1642"/>
            </a:lvl1pPr>
            <a:lvl2pPr marL="312725" indent="0" algn="ctr">
              <a:buNone/>
              <a:defRPr sz="1368"/>
            </a:lvl2pPr>
            <a:lvl3pPr marL="625450" indent="0" algn="ctr">
              <a:buNone/>
              <a:defRPr sz="1231"/>
            </a:lvl3pPr>
            <a:lvl4pPr marL="938174" indent="0" algn="ctr">
              <a:buNone/>
              <a:defRPr sz="1094"/>
            </a:lvl4pPr>
            <a:lvl5pPr marL="1250899" indent="0" algn="ctr">
              <a:buNone/>
              <a:defRPr sz="1094"/>
            </a:lvl5pPr>
            <a:lvl6pPr marL="1563624" indent="0" algn="ctr">
              <a:buNone/>
              <a:defRPr sz="1094"/>
            </a:lvl6pPr>
            <a:lvl7pPr marL="1876349" indent="0" algn="ctr">
              <a:buNone/>
              <a:defRPr sz="1094"/>
            </a:lvl7pPr>
            <a:lvl8pPr marL="2189074" indent="0" algn="ctr">
              <a:buNone/>
              <a:defRPr sz="1094"/>
            </a:lvl8pPr>
            <a:lvl9pPr marL="2501798" indent="0" algn="ctr">
              <a:buNone/>
              <a:defRPr sz="1094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2026/1/9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2960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2026/1/9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9734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1534" y="1169509"/>
            <a:ext cx="11649313" cy="1951352"/>
          </a:xfrm>
        </p:spPr>
        <p:txBody>
          <a:bodyPr anchor="b"/>
          <a:lstStyle>
            <a:lvl1pPr>
              <a:defRPr sz="4104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1534" y="3139321"/>
            <a:ext cx="11649313" cy="1026170"/>
          </a:xfrm>
        </p:spPr>
        <p:txBody>
          <a:bodyPr/>
          <a:lstStyle>
            <a:lvl1pPr marL="0" indent="0">
              <a:buNone/>
              <a:defRPr sz="1642">
                <a:solidFill>
                  <a:schemeClr val="tx1">
                    <a:tint val="75000"/>
                  </a:schemeClr>
                </a:solidFill>
              </a:defRPr>
            </a:lvl1pPr>
            <a:lvl2pPr marL="312725" indent="0">
              <a:buNone/>
              <a:defRPr sz="1368">
                <a:solidFill>
                  <a:schemeClr val="tx1">
                    <a:tint val="75000"/>
                  </a:schemeClr>
                </a:solidFill>
              </a:defRPr>
            </a:lvl2pPr>
            <a:lvl3pPr marL="625450" indent="0">
              <a:buNone/>
              <a:defRPr sz="1231">
                <a:solidFill>
                  <a:schemeClr val="tx1">
                    <a:tint val="75000"/>
                  </a:schemeClr>
                </a:solidFill>
              </a:defRPr>
            </a:lvl3pPr>
            <a:lvl4pPr marL="938174" indent="0">
              <a:buNone/>
              <a:defRPr sz="1094">
                <a:solidFill>
                  <a:schemeClr val="tx1">
                    <a:tint val="75000"/>
                  </a:schemeClr>
                </a:solidFill>
              </a:defRPr>
            </a:lvl4pPr>
            <a:lvl5pPr marL="1250899" indent="0">
              <a:buNone/>
              <a:defRPr sz="1094">
                <a:solidFill>
                  <a:schemeClr val="tx1">
                    <a:tint val="75000"/>
                  </a:schemeClr>
                </a:solidFill>
              </a:defRPr>
            </a:lvl5pPr>
            <a:lvl6pPr marL="1563624" indent="0">
              <a:buNone/>
              <a:defRPr sz="1094">
                <a:solidFill>
                  <a:schemeClr val="tx1">
                    <a:tint val="75000"/>
                  </a:schemeClr>
                </a:solidFill>
              </a:defRPr>
            </a:lvl6pPr>
            <a:lvl7pPr marL="1876349" indent="0">
              <a:buNone/>
              <a:defRPr sz="1094">
                <a:solidFill>
                  <a:schemeClr val="tx1">
                    <a:tint val="75000"/>
                  </a:schemeClr>
                </a:solidFill>
              </a:defRPr>
            </a:lvl7pPr>
            <a:lvl8pPr marL="2189074" indent="0">
              <a:buNone/>
              <a:defRPr sz="1094">
                <a:solidFill>
                  <a:schemeClr val="tx1">
                    <a:tint val="75000"/>
                  </a:schemeClr>
                </a:solidFill>
              </a:defRPr>
            </a:lvl8pPr>
            <a:lvl9pPr marL="2501798" indent="0">
              <a:buNone/>
              <a:defRPr sz="109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2026/1/9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1871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28569" y="1248779"/>
            <a:ext cx="5740241" cy="297643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37640" y="1248779"/>
            <a:ext cx="5740241" cy="297643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2026/1/9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2618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0328" y="249756"/>
            <a:ext cx="11649313" cy="906722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0328" y="1149962"/>
            <a:ext cx="5713861" cy="563579"/>
          </a:xfrm>
        </p:spPr>
        <p:txBody>
          <a:bodyPr anchor="b"/>
          <a:lstStyle>
            <a:lvl1pPr marL="0" indent="0">
              <a:buNone/>
              <a:defRPr sz="1642" b="1"/>
            </a:lvl1pPr>
            <a:lvl2pPr marL="312725" indent="0">
              <a:buNone/>
              <a:defRPr sz="1368" b="1"/>
            </a:lvl2pPr>
            <a:lvl3pPr marL="625450" indent="0">
              <a:buNone/>
              <a:defRPr sz="1231" b="1"/>
            </a:lvl3pPr>
            <a:lvl4pPr marL="938174" indent="0">
              <a:buNone/>
              <a:defRPr sz="1094" b="1"/>
            </a:lvl4pPr>
            <a:lvl5pPr marL="1250899" indent="0">
              <a:buNone/>
              <a:defRPr sz="1094" b="1"/>
            </a:lvl5pPr>
            <a:lvl6pPr marL="1563624" indent="0">
              <a:buNone/>
              <a:defRPr sz="1094" b="1"/>
            </a:lvl6pPr>
            <a:lvl7pPr marL="1876349" indent="0">
              <a:buNone/>
              <a:defRPr sz="1094" b="1"/>
            </a:lvl7pPr>
            <a:lvl8pPr marL="2189074" indent="0">
              <a:buNone/>
              <a:defRPr sz="1094" b="1"/>
            </a:lvl8pPr>
            <a:lvl9pPr marL="2501798" indent="0">
              <a:buNone/>
              <a:defRPr sz="1094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30328" y="1713541"/>
            <a:ext cx="5713861" cy="2520361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37641" y="1149962"/>
            <a:ext cx="5742000" cy="563579"/>
          </a:xfrm>
        </p:spPr>
        <p:txBody>
          <a:bodyPr anchor="b"/>
          <a:lstStyle>
            <a:lvl1pPr marL="0" indent="0">
              <a:buNone/>
              <a:defRPr sz="1642" b="1"/>
            </a:lvl1pPr>
            <a:lvl2pPr marL="312725" indent="0">
              <a:buNone/>
              <a:defRPr sz="1368" b="1"/>
            </a:lvl2pPr>
            <a:lvl3pPr marL="625450" indent="0">
              <a:buNone/>
              <a:defRPr sz="1231" b="1"/>
            </a:lvl3pPr>
            <a:lvl4pPr marL="938174" indent="0">
              <a:buNone/>
              <a:defRPr sz="1094" b="1"/>
            </a:lvl4pPr>
            <a:lvl5pPr marL="1250899" indent="0">
              <a:buNone/>
              <a:defRPr sz="1094" b="1"/>
            </a:lvl5pPr>
            <a:lvl6pPr marL="1563624" indent="0">
              <a:buNone/>
              <a:defRPr sz="1094" b="1"/>
            </a:lvl6pPr>
            <a:lvl7pPr marL="1876349" indent="0">
              <a:buNone/>
              <a:defRPr sz="1094" b="1"/>
            </a:lvl7pPr>
            <a:lvl8pPr marL="2189074" indent="0">
              <a:buNone/>
              <a:defRPr sz="1094" b="1"/>
            </a:lvl8pPr>
            <a:lvl9pPr marL="2501798" indent="0">
              <a:buNone/>
              <a:defRPr sz="1094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837641" y="1713541"/>
            <a:ext cx="5742000" cy="2520361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2026/1/9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57846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2026/1/9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5907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2026/1/9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3029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0328" y="312738"/>
            <a:ext cx="4356181" cy="1094581"/>
          </a:xfrm>
        </p:spPr>
        <p:txBody>
          <a:bodyPr anchor="b"/>
          <a:lstStyle>
            <a:lvl1pPr>
              <a:defRPr sz="2189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2001" y="675427"/>
            <a:ext cx="6837640" cy="3333695"/>
          </a:xfrm>
        </p:spPr>
        <p:txBody>
          <a:bodyPr/>
          <a:lstStyle>
            <a:lvl1pPr>
              <a:defRPr sz="2189"/>
            </a:lvl1pPr>
            <a:lvl2pPr>
              <a:defRPr sz="1915"/>
            </a:lvl2pPr>
            <a:lvl3pPr>
              <a:defRPr sz="1642"/>
            </a:lvl3pPr>
            <a:lvl4pPr>
              <a:defRPr sz="1368"/>
            </a:lvl4pPr>
            <a:lvl5pPr>
              <a:defRPr sz="1368"/>
            </a:lvl5pPr>
            <a:lvl6pPr>
              <a:defRPr sz="1368"/>
            </a:lvl6pPr>
            <a:lvl7pPr>
              <a:defRPr sz="1368"/>
            </a:lvl7pPr>
            <a:lvl8pPr>
              <a:defRPr sz="1368"/>
            </a:lvl8pPr>
            <a:lvl9pPr>
              <a:defRPr sz="1368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30328" y="1407319"/>
            <a:ext cx="4356181" cy="2607232"/>
          </a:xfrm>
        </p:spPr>
        <p:txBody>
          <a:bodyPr/>
          <a:lstStyle>
            <a:lvl1pPr marL="0" indent="0">
              <a:buNone/>
              <a:defRPr sz="1094"/>
            </a:lvl1pPr>
            <a:lvl2pPr marL="312725" indent="0">
              <a:buNone/>
              <a:defRPr sz="958"/>
            </a:lvl2pPr>
            <a:lvl3pPr marL="625450" indent="0">
              <a:buNone/>
              <a:defRPr sz="821"/>
            </a:lvl3pPr>
            <a:lvl4pPr marL="938174" indent="0">
              <a:buNone/>
              <a:defRPr sz="684"/>
            </a:lvl4pPr>
            <a:lvl5pPr marL="1250899" indent="0">
              <a:buNone/>
              <a:defRPr sz="684"/>
            </a:lvl5pPr>
            <a:lvl6pPr marL="1563624" indent="0">
              <a:buNone/>
              <a:defRPr sz="684"/>
            </a:lvl6pPr>
            <a:lvl7pPr marL="1876349" indent="0">
              <a:buNone/>
              <a:defRPr sz="684"/>
            </a:lvl7pPr>
            <a:lvl8pPr marL="2189074" indent="0">
              <a:buNone/>
              <a:defRPr sz="684"/>
            </a:lvl8pPr>
            <a:lvl9pPr marL="2501798" indent="0">
              <a:buNone/>
              <a:defRPr sz="684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2026/1/9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2906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0328" y="312738"/>
            <a:ext cx="4356181" cy="1094581"/>
          </a:xfrm>
        </p:spPr>
        <p:txBody>
          <a:bodyPr anchor="b"/>
          <a:lstStyle>
            <a:lvl1pPr>
              <a:defRPr sz="2189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742001" y="675427"/>
            <a:ext cx="6837640" cy="3333695"/>
          </a:xfrm>
        </p:spPr>
        <p:txBody>
          <a:bodyPr anchor="t"/>
          <a:lstStyle>
            <a:lvl1pPr marL="0" indent="0">
              <a:buNone/>
              <a:defRPr sz="2189"/>
            </a:lvl1pPr>
            <a:lvl2pPr marL="312725" indent="0">
              <a:buNone/>
              <a:defRPr sz="1915"/>
            </a:lvl2pPr>
            <a:lvl3pPr marL="625450" indent="0">
              <a:buNone/>
              <a:defRPr sz="1642"/>
            </a:lvl3pPr>
            <a:lvl4pPr marL="938174" indent="0">
              <a:buNone/>
              <a:defRPr sz="1368"/>
            </a:lvl4pPr>
            <a:lvl5pPr marL="1250899" indent="0">
              <a:buNone/>
              <a:defRPr sz="1368"/>
            </a:lvl5pPr>
            <a:lvl6pPr marL="1563624" indent="0">
              <a:buNone/>
              <a:defRPr sz="1368"/>
            </a:lvl6pPr>
            <a:lvl7pPr marL="1876349" indent="0">
              <a:buNone/>
              <a:defRPr sz="1368"/>
            </a:lvl7pPr>
            <a:lvl8pPr marL="2189074" indent="0">
              <a:buNone/>
              <a:defRPr sz="1368"/>
            </a:lvl8pPr>
            <a:lvl9pPr marL="2501798" indent="0">
              <a:buNone/>
              <a:defRPr sz="1368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30328" y="1407319"/>
            <a:ext cx="4356181" cy="2607232"/>
          </a:xfrm>
        </p:spPr>
        <p:txBody>
          <a:bodyPr/>
          <a:lstStyle>
            <a:lvl1pPr marL="0" indent="0">
              <a:buNone/>
              <a:defRPr sz="1094"/>
            </a:lvl1pPr>
            <a:lvl2pPr marL="312725" indent="0">
              <a:buNone/>
              <a:defRPr sz="958"/>
            </a:lvl2pPr>
            <a:lvl3pPr marL="625450" indent="0">
              <a:buNone/>
              <a:defRPr sz="821"/>
            </a:lvl3pPr>
            <a:lvl4pPr marL="938174" indent="0">
              <a:buNone/>
              <a:defRPr sz="684"/>
            </a:lvl4pPr>
            <a:lvl5pPr marL="1250899" indent="0">
              <a:buNone/>
              <a:defRPr sz="684"/>
            </a:lvl5pPr>
            <a:lvl6pPr marL="1563624" indent="0">
              <a:buNone/>
              <a:defRPr sz="684"/>
            </a:lvl6pPr>
            <a:lvl7pPr marL="1876349" indent="0">
              <a:buNone/>
              <a:defRPr sz="684"/>
            </a:lvl7pPr>
            <a:lvl8pPr marL="2189074" indent="0">
              <a:buNone/>
              <a:defRPr sz="684"/>
            </a:lvl8pPr>
            <a:lvl9pPr marL="2501798" indent="0">
              <a:buNone/>
              <a:defRPr sz="684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2026/1/9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7669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2026/1/9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5875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665553" y="249756"/>
            <a:ext cx="2912328" cy="3975459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28569" y="249756"/>
            <a:ext cx="8568154" cy="3975459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2026/1/9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45728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28569" y="249756"/>
            <a:ext cx="11649313" cy="9067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8569" y="1248779"/>
            <a:ext cx="11649313" cy="2976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8569" y="4347921"/>
            <a:ext cx="3038951" cy="249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02A9BB-8336-1F4C-AA8D-E45E345636B3}" type="datetimeFigureOut">
              <a:rPr kumimoji="1" lang="ja-JP" altLang="en-US" smtClean="0"/>
              <a:t>2026/1/9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474012" y="4347921"/>
            <a:ext cx="4558427" cy="249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538930" y="4347921"/>
            <a:ext cx="3038951" cy="249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5007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25450" rtl="0" eaLnBrk="1" latinLnBrk="0" hangingPunct="1">
        <a:lnSpc>
          <a:spcPct val="90000"/>
        </a:lnSpc>
        <a:spcBef>
          <a:spcPct val="0"/>
        </a:spcBef>
        <a:buNone/>
        <a:defRPr kumimoji="1" sz="30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6362" indent="-156362" algn="l" defTabSz="625450" rtl="0" eaLnBrk="1" latinLnBrk="0" hangingPunct="1">
        <a:lnSpc>
          <a:spcPct val="90000"/>
        </a:lnSpc>
        <a:spcBef>
          <a:spcPts val="684"/>
        </a:spcBef>
        <a:buFont typeface="Arial" panose="020B0604020202020204" pitchFamily="34" charset="0"/>
        <a:buChar char="•"/>
        <a:defRPr kumimoji="1" sz="1915" kern="1200">
          <a:solidFill>
            <a:schemeClr val="tx1"/>
          </a:solidFill>
          <a:latin typeface="+mn-lt"/>
          <a:ea typeface="+mn-ea"/>
          <a:cs typeface="+mn-cs"/>
        </a:defRPr>
      </a:lvl1pPr>
      <a:lvl2pPr marL="469087" indent="-156362" algn="l" defTabSz="625450" rtl="0" eaLnBrk="1" latinLnBrk="0" hangingPunct="1">
        <a:lnSpc>
          <a:spcPct val="90000"/>
        </a:lnSpc>
        <a:spcBef>
          <a:spcPts val="342"/>
        </a:spcBef>
        <a:buFont typeface="Arial" panose="020B0604020202020204" pitchFamily="34" charset="0"/>
        <a:buChar char="•"/>
        <a:defRPr kumimoji="1" sz="1642" kern="1200">
          <a:solidFill>
            <a:schemeClr val="tx1"/>
          </a:solidFill>
          <a:latin typeface="+mn-lt"/>
          <a:ea typeface="+mn-ea"/>
          <a:cs typeface="+mn-cs"/>
        </a:defRPr>
      </a:lvl2pPr>
      <a:lvl3pPr marL="781812" indent="-156362" algn="l" defTabSz="625450" rtl="0" eaLnBrk="1" latinLnBrk="0" hangingPunct="1">
        <a:lnSpc>
          <a:spcPct val="90000"/>
        </a:lnSpc>
        <a:spcBef>
          <a:spcPts val="342"/>
        </a:spcBef>
        <a:buFont typeface="Arial" panose="020B0604020202020204" pitchFamily="34" charset="0"/>
        <a:buChar char="•"/>
        <a:defRPr kumimoji="1" sz="1368" kern="1200">
          <a:solidFill>
            <a:schemeClr val="tx1"/>
          </a:solidFill>
          <a:latin typeface="+mn-lt"/>
          <a:ea typeface="+mn-ea"/>
          <a:cs typeface="+mn-cs"/>
        </a:defRPr>
      </a:lvl3pPr>
      <a:lvl4pPr marL="1094537" indent="-156362" algn="l" defTabSz="625450" rtl="0" eaLnBrk="1" latinLnBrk="0" hangingPunct="1">
        <a:lnSpc>
          <a:spcPct val="90000"/>
        </a:lnSpc>
        <a:spcBef>
          <a:spcPts val="342"/>
        </a:spcBef>
        <a:buFont typeface="Arial" panose="020B0604020202020204" pitchFamily="34" charset="0"/>
        <a:buChar char="•"/>
        <a:defRPr kumimoji="1" sz="1231" kern="1200">
          <a:solidFill>
            <a:schemeClr val="tx1"/>
          </a:solidFill>
          <a:latin typeface="+mn-lt"/>
          <a:ea typeface="+mn-ea"/>
          <a:cs typeface="+mn-cs"/>
        </a:defRPr>
      </a:lvl4pPr>
      <a:lvl5pPr marL="1407262" indent="-156362" algn="l" defTabSz="625450" rtl="0" eaLnBrk="1" latinLnBrk="0" hangingPunct="1">
        <a:lnSpc>
          <a:spcPct val="90000"/>
        </a:lnSpc>
        <a:spcBef>
          <a:spcPts val="342"/>
        </a:spcBef>
        <a:buFont typeface="Arial" panose="020B0604020202020204" pitchFamily="34" charset="0"/>
        <a:buChar char="•"/>
        <a:defRPr kumimoji="1" sz="1231" kern="1200">
          <a:solidFill>
            <a:schemeClr val="tx1"/>
          </a:solidFill>
          <a:latin typeface="+mn-lt"/>
          <a:ea typeface="+mn-ea"/>
          <a:cs typeface="+mn-cs"/>
        </a:defRPr>
      </a:lvl5pPr>
      <a:lvl6pPr marL="1719986" indent="-156362" algn="l" defTabSz="625450" rtl="0" eaLnBrk="1" latinLnBrk="0" hangingPunct="1">
        <a:lnSpc>
          <a:spcPct val="90000"/>
        </a:lnSpc>
        <a:spcBef>
          <a:spcPts val="342"/>
        </a:spcBef>
        <a:buFont typeface="Arial" panose="020B0604020202020204" pitchFamily="34" charset="0"/>
        <a:buChar char="•"/>
        <a:defRPr kumimoji="1" sz="1231" kern="1200">
          <a:solidFill>
            <a:schemeClr val="tx1"/>
          </a:solidFill>
          <a:latin typeface="+mn-lt"/>
          <a:ea typeface="+mn-ea"/>
          <a:cs typeface="+mn-cs"/>
        </a:defRPr>
      </a:lvl6pPr>
      <a:lvl7pPr marL="2032711" indent="-156362" algn="l" defTabSz="625450" rtl="0" eaLnBrk="1" latinLnBrk="0" hangingPunct="1">
        <a:lnSpc>
          <a:spcPct val="90000"/>
        </a:lnSpc>
        <a:spcBef>
          <a:spcPts val="342"/>
        </a:spcBef>
        <a:buFont typeface="Arial" panose="020B0604020202020204" pitchFamily="34" charset="0"/>
        <a:buChar char="•"/>
        <a:defRPr kumimoji="1" sz="1231" kern="1200">
          <a:solidFill>
            <a:schemeClr val="tx1"/>
          </a:solidFill>
          <a:latin typeface="+mn-lt"/>
          <a:ea typeface="+mn-ea"/>
          <a:cs typeface="+mn-cs"/>
        </a:defRPr>
      </a:lvl7pPr>
      <a:lvl8pPr marL="2345436" indent="-156362" algn="l" defTabSz="625450" rtl="0" eaLnBrk="1" latinLnBrk="0" hangingPunct="1">
        <a:lnSpc>
          <a:spcPct val="90000"/>
        </a:lnSpc>
        <a:spcBef>
          <a:spcPts val="342"/>
        </a:spcBef>
        <a:buFont typeface="Arial" panose="020B0604020202020204" pitchFamily="34" charset="0"/>
        <a:buChar char="•"/>
        <a:defRPr kumimoji="1" sz="1231" kern="1200">
          <a:solidFill>
            <a:schemeClr val="tx1"/>
          </a:solidFill>
          <a:latin typeface="+mn-lt"/>
          <a:ea typeface="+mn-ea"/>
          <a:cs typeface="+mn-cs"/>
        </a:defRPr>
      </a:lvl8pPr>
      <a:lvl9pPr marL="2658161" indent="-156362" algn="l" defTabSz="625450" rtl="0" eaLnBrk="1" latinLnBrk="0" hangingPunct="1">
        <a:lnSpc>
          <a:spcPct val="90000"/>
        </a:lnSpc>
        <a:spcBef>
          <a:spcPts val="342"/>
        </a:spcBef>
        <a:buFont typeface="Arial" panose="020B0604020202020204" pitchFamily="34" charset="0"/>
        <a:buChar char="•"/>
        <a:defRPr kumimoji="1" sz="123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25450" rtl="0" eaLnBrk="1" latinLnBrk="0" hangingPunct="1">
        <a:defRPr kumimoji="1" sz="1231" kern="1200">
          <a:solidFill>
            <a:schemeClr val="tx1"/>
          </a:solidFill>
          <a:latin typeface="+mn-lt"/>
          <a:ea typeface="+mn-ea"/>
          <a:cs typeface="+mn-cs"/>
        </a:defRPr>
      </a:lvl1pPr>
      <a:lvl2pPr marL="312725" algn="l" defTabSz="625450" rtl="0" eaLnBrk="1" latinLnBrk="0" hangingPunct="1">
        <a:defRPr kumimoji="1" sz="1231" kern="1200">
          <a:solidFill>
            <a:schemeClr val="tx1"/>
          </a:solidFill>
          <a:latin typeface="+mn-lt"/>
          <a:ea typeface="+mn-ea"/>
          <a:cs typeface="+mn-cs"/>
        </a:defRPr>
      </a:lvl2pPr>
      <a:lvl3pPr marL="625450" algn="l" defTabSz="625450" rtl="0" eaLnBrk="1" latinLnBrk="0" hangingPunct="1">
        <a:defRPr kumimoji="1" sz="1231" kern="1200">
          <a:solidFill>
            <a:schemeClr val="tx1"/>
          </a:solidFill>
          <a:latin typeface="+mn-lt"/>
          <a:ea typeface="+mn-ea"/>
          <a:cs typeface="+mn-cs"/>
        </a:defRPr>
      </a:lvl3pPr>
      <a:lvl4pPr marL="938174" algn="l" defTabSz="625450" rtl="0" eaLnBrk="1" latinLnBrk="0" hangingPunct="1">
        <a:defRPr kumimoji="1" sz="1231" kern="1200">
          <a:solidFill>
            <a:schemeClr val="tx1"/>
          </a:solidFill>
          <a:latin typeface="+mn-lt"/>
          <a:ea typeface="+mn-ea"/>
          <a:cs typeface="+mn-cs"/>
        </a:defRPr>
      </a:lvl4pPr>
      <a:lvl5pPr marL="1250899" algn="l" defTabSz="625450" rtl="0" eaLnBrk="1" latinLnBrk="0" hangingPunct="1">
        <a:defRPr kumimoji="1" sz="1231" kern="1200">
          <a:solidFill>
            <a:schemeClr val="tx1"/>
          </a:solidFill>
          <a:latin typeface="+mn-lt"/>
          <a:ea typeface="+mn-ea"/>
          <a:cs typeface="+mn-cs"/>
        </a:defRPr>
      </a:lvl5pPr>
      <a:lvl6pPr marL="1563624" algn="l" defTabSz="625450" rtl="0" eaLnBrk="1" latinLnBrk="0" hangingPunct="1">
        <a:defRPr kumimoji="1" sz="1231" kern="1200">
          <a:solidFill>
            <a:schemeClr val="tx1"/>
          </a:solidFill>
          <a:latin typeface="+mn-lt"/>
          <a:ea typeface="+mn-ea"/>
          <a:cs typeface="+mn-cs"/>
        </a:defRPr>
      </a:lvl6pPr>
      <a:lvl7pPr marL="1876349" algn="l" defTabSz="625450" rtl="0" eaLnBrk="1" latinLnBrk="0" hangingPunct="1">
        <a:defRPr kumimoji="1" sz="1231" kern="1200">
          <a:solidFill>
            <a:schemeClr val="tx1"/>
          </a:solidFill>
          <a:latin typeface="+mn-lt"/>
          <a:ea typeface="+mn-ea"/>
          <a:cs typeface="+mn-cs"/>
        </a:defRPr>
      </a:lvl7pPr>
      <a:lvl8pPr marL="2189074" algn="l" defTabSz="625450" rtl="0" eaLnBrk="1" latinLnBrk="0" hangingPunct="1">
        <a:defRPr kumimoji="1" sz="1231" kern="1200">
          <a:solidFill>
            <a:schemeClr val="tx1"/>
          </a:solidFill>
          <a:latin typeface="+mn-lt"/>
          <a:ea typeface="+mn-ea"/>
          <a:cs typeface="+mn-cs"/>
        </a:defRPr>
      </a:lvl8pPr>
      <a:lvl9pPr marL="2501798" algn="l" defTabSz="625450" rtl="0" eaLnBrk="1" latinLnBrk="0" hangingPunct="1">
        <a:defRPr kumimoji="1" sz="123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4A78B5D-1807-156F-B3EC-2EB49243D39E}"/>
              </a:ext>
            </a:extLst>
          </p:cNvPr>
          <p:cNvSpPr/>
          <p:nvPr/>
        </p:nvSpPr>
        <p:spPr>
          <a:xfrm>
            <a:off x="-2" y="9625"/>
            <a:ext cx="13506450" cy="4691062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8A82FF7-4E16-1472-C8E0-9FD808DFC913}"/>
              </a:ext>
            </a:extLst>
          </p:cNvPr>
          <p:cNvSpPr/>
          <p:nvPr/>
        </p:nvSpPr>
        <p:spPr>
          <a:xfrm>
            <a:off x="1" y="1"/>
            <a:ext cx="13506449" cy="110799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82E6F23-D4A7-3F59-B3FA-B89AFF7E64CD}"/>
              </a:ext>
            </a:extLst>
          </p:cNvPr>
          <p:cNvSpPr txBox="1"/>
          <p:nvPr/>
        </p:nvSpPr>
        <p:spPr>
          <a:xfrm>
            <a:off x="447299" y="52919"/>
            <a:ext cx="126118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5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kumimoji="1" lang="en-US" altLang="ja-JP" sz="5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kumimoji="1" lang="en-US" altLang="ja-JP" sz="5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 &amp; Future direction</a:t>
            </a:r>
            <a:endParaRPr kumimoji="1" lang="ja-JP" altLang="en-US" sz="54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B3870097-64B7-81C1-43D6-17EE2740D415}"/>
              </a:ext>
            </a:extLst>
          </p:cNvPr>
          <p:cNvSpPr txBox="1"/>
          <p:nvPr/>
        </p:nvSpPr>
        <p:spPr>
          <a:xfrm>
            <a:off x="200641" y="1230915"/>
            <a:ext cx="98637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>
                <a:solidFill>
                  <a:schemeClr val="tx1"/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✔︎</a:t>
            </a:r>
            <a:r>
              <a:rPr kumimoji="1" lang="en-US" altLang="ja-JP" sz="2800" dirty="0">
                <a:solidFill>
                  <a:schemeClr val="tx1"/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 Complete proof of the MPF cost for generic local Hamiltonians</a:t>
            </a:r>
            <a:endParaRPr kumimoji="1" lang="ja-JP" altLang="en-US" sz="2800">
              <a:solidFill>
                <a:schemeClr val="tx1"/>
              </a:solidFill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650F04B6-63F3-FBEA-8A34-6E54239CA8BA}"/>
                  </a:ext>
                </a:extLst>
              </p:cNvPr>
              <p:cNvSpPr txBox="1"/>
              <p:nvPr/>
            </p:nvSpPr>
            <p:spPr>
              <a:xfrm>
                <a:off x="200641" y="2058053"/>
                <a:ext cx="13028964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ja-JP" altLang="en-US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✔︎</a:t>
                </a:r>
                <a:r>
                  <a:rPr kumimoji="1" lang="en-US" altLang="ja-JP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ja-JP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Truncation order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YuKyokasho Medium" panose="02000500000000000000" pitchFamily="2" charset="-128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ja-JP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YuKyokasho Medium" panose="02000500000000000000" pitchFamily="2" charset="-128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b>
                        <m:r>
                          <a:rPr kumimoji="1" lang="en-US" altLang="ja-JP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YuKyokasho Medium" panose="02000500000000000000" pitchFamily="2" charset="-128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kumimoji="1" lang="en-US" altLang="ja-JP" sz="2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kumimoji="1" lang="en-US" altLang="ja-JP" sz="2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𝒪</m:t>
                    </m:r>
                    <m:r>
                      <a:rPr kumimoji="1" lang="en-US" altLang="ja-JP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func>
                      <m:funcPr>
                        <m:ctrlPr>
                          <a:rPr kumimoji="1" lang="en-US" altLang="ja-JP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sz="2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log</m:t>
                        </m:r>
                      </m:fName>
                      <m:e>
                        <m:r>
                          <a:rPr kumimoji="1" lang="en-US" altLang="ja-JP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kumimoji="1" lang="en-US" altLang="ja-JP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  <m:r>
                          <a:rPr kumimoji="1" lang="en-US" altLang="ja-JP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/</m:t>
                        </m:r>
                        <m:r>
                          <a:rPr kumimoji="1" lang="en-US" altLang="ja-JP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𝜖</m:t>
                        </m:r>
                        <m:r>
                          <a:rPr kumimoji="1" lang="en-US" altLang="ja-JP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func>
                    <m:r>
                      <a:rPr kumimoji="1" lang="en-US" altLang="ja-JP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kumimoji="1" lang="en-US" altLang="ja-JP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for nested commutators</a:t>
                </a:r>
              </a:p>
              <a:p>
                <a:pPr algn="r"/>
                <a:r>
                  <a:rPr kumimoji="1" lang="en-US" altLang="ja-JP" sz="280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plays a central role in reducing </a:t>
                </a:r>
                <a14:m>
                  <m:oMath xmlns:m="http://schemas.openxmlformats.org/officeDocument/2006/math">
                    <m:r>
                      <a:rPr kumimoji="1" lang="en-US" altLang="ja-JP" sz="2800" b="0" i="1" smtClean="0">
                        <a:latin typeface="Cambria Math" panose="02040503050406030204" pitchFamily="18" charset="0"/>
                        <a:ea typeface="YuKyokasho Medium" panose="02000500000000000000" pitchFamily="2" charset="-128"/>
                        <a:cs typeface="Times New Roman" panose="02020603050405020304" pitchFamily="18" charset="0"/>
                      </a:rPr>
                      <m:t>𝑁</m:t>
                    </m:r>
                  </m:oMath>
                </a14:m>
                <a:r>
                  <a:rPr kumimoji="1" lang="en-US" altLang="ja-JP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-scaling, i.e., reflecting the locality</a:t>
                </a:r>
                <a:endParaRPr kumimoji="1" lang="ja-JP" altLang="en-US" sz="2800">
                  <a:solidFill>
                    <a:schemeClr val="tx1"/>
                  </a:solidFill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650F04B6-63F3-FBEA-8A34-6E54239CA8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641" y="2058053"/>
                <a:ext cx="13028964" cy="954107"/>
              </a:xfrm>
              <a:prstGeom prst="rect">
                <a:avLst/>
              </a:prstGeom>
              <a:blipFill>
                <a:blip r:embed="rId2"/>
                <a:stretch>
                  <a:fillRect l="-682" t="-7895" r="-974" b="-1842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D9DAC7FB-F44A-B414-1BA4-58FACB0EA363}"/>
                  </a:ext>
                </a:extLst>
              </p:cNvPr>
              <p:cNvSpPr txBox="1"/>
              <p:nvPr/>
            </p:nvSpPr>
            <p:spPr>
              <a:xfrm>
                <a:off x="200641" y="3144103"/>
                <a:ext cx="824071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ja-JP" altLang="en-US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✔︎</a:t>
                </a:r>
                <a:r>
                  <a:rPr kumimoji="1" lang="en-US" altLang="ja-JP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ja-JP" sz="2800" dirty="0">
                    <a:solidFill>
                      <a:schemeClr val="accent2"/>
                    </a:solidFill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Application: </a:t>
                </a:r>
                <a:r>
                  <a:rPr kumimoji="1" lang="en-US" altLang="ja-JP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MPF algorithm for time-dependent </a:t>
                </a:r>
                <a14:m>
                  <m:oMath xmlns:m="http://schemas.openxmlformats.org/officeDocument/2006/math">
                    <m:r>
                      <a:rPr kumimoji="1" lang="en-US" altLang="ja-JP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YuKyokasho Medium" panose="02000500000000000000" pitchFamily="2" charset="-128"/>
                        <a:cs typeface="Times New Roman" panose="02020603050405020304" pitchFamily="18" charset="0"/>
                      </a:rPr>
                      <m:t>𝐻</m:t>
                    </m:r>
                    <m:r>
                      <a:rPr kumimoji="1" lang="en-US" altLang="ja-JP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YuKyokasho Medium" panose="02000500000000000000" pitchFamily="2" charset="-128"/>
                        <a:cs typeface="Times New Roman" panose="02020603050405020304" pitchFamily="18" charset="0"/>
                      </a:rPr>
                      <m:t>(</m:t>
                    </m:r>
                    <m:r>
                      <a:rPr kumimoji="1" lang="en-US" altLang="ja-JP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YuKyokasho Medium" panose="02000500000000000000" pitchFamily="2" charset="-128"/>
                        <a:cs typeface="Times New Roman" panose="02020603050405020304" pitchFamily="18" charset="0"/>
                      </a:rPr>
                      <m:t>𝑡</m:t>
                    </m:r>
                    <m:r>
                      <a:rPr kumimoji="1" lang="en-US" altLang="ja-JP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YuKyokasho Medium" panose="02000500000000000000" pitchFamily="2" charset="-128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kumimoji="1" lang="ja-JP" altLang="en-US" sz="2800">
                  <a:solidFill>
                    <a:schemeClr val="accent2"/>
                  </a:solidFill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D9DAC7FB-F44A-B414-1BA4-58FACB0EA3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641" y="3144103"/>
                <a:ext cx="8240715" cy="523220"/>
              </a:xfrm>
              <a:prstGeom prst="rect">
                <a:avLst/>
              </a:prstGeom>
              <a:blipFill>
                <a:blip r:embed="rId3"/>
                <a:stretch>
                  <a:fillRect l="-1077" t="-11905" r="-615" b="-33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965D3E0-F34D-1083-1D8A-376110F96F00}"/>
              </a:ext>
            </a:extLst>
          </p:cNvPr>
          <p:cNvSpPr txBox="1"/>
          <p:nvPr/>
        </p:nvSpPr>
        <p:spPr>
          <a:xfrm>
            <a:off x="612239" y="3836974"/>
            <a:ext cx="82407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Other potential applications: </a:t>
            </a:r>
            <a:r>
              <a:rPr kumimoji="1" lang="en-US" altLang="ja-JP" sz="2400" dirty="0">
                <a:solidFill>
                  <a:schemeClr val="tx1"/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Trotter extrapolation or interpolation</a:t>
            </a:r>
            <a:endParaRPr kumimoji="1" lang="ja-JP" altLang="en-US" sz="2400">
              <a:solidFill>
                <a:schemeClr val="tx1"/>
              </a:solidFill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20DE7C79-9516-DC9E-23FF-58059A81ADDA}"/>
              </a:ext>
            </a:extLst>
          </p:cNvPr>
          <p:cNvSpPr txBox="1"/>
          <p:nvPr/>
        </p:nvSpPr>
        <p:spPr>
          <a:xfrm>
            <a:off x="5791229" y="3527160"/>
            <a:ext cx="76308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K. Mizuta, T. N. Ikeda, and K. Fujii, arXiv:2410.14243 (2024) [QIP2025]</a:t>
            </a:r>
            <a:r>
              <a:rPr lang="en-US" altLang="ja-JP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ver. 2</a:t>
            </a:r>
            <a:r>
              <a:rPr lang="ja-JP" altLang="en-US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B190506E-5DF8-16FB-BD0E-843AA11BBEF9}"/>
              </a:ext>
            </a:extLst>
          </p:cNvPr>
          <p:cNvSpPr txBox="1"/>
          <p:nvPr/>
        </p:nvSpPr>
        <p:spPr>
          <a:xfrm>
            <a:off x="7958479" y="4173298"/>
            <a:ext cx="55479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J. D. Watson, et al., </a:t>
            </a:r>
            <a:r>
              <a:rPr lang="en" altLang="ja-JP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PRX Quantum </a:t>
            </a:r>
            <a:r>
              <a:rPr lang="en" altLang="ja-JP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" altLang="ja-JP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030325 (2025), etc.</a:t>
            </a:r>
            <a:endParaRPr lang="ja-JP" altLang="en-US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49698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テーマ">
  <a:themeElements>
    <a:clrScheme name="Office 2013 - 2022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151</TotalTime>
  <Words>112</Words>
  <Application>Microsoft Macintosh PowerPoint</Application>
  <PresentationFormat>ユーザー設定</PresentationFormat>
  <Paragraphs>8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Times New Roman</vt:lpstr>
      <vt:lpstr>Office 2013 - 2022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水田　郁</dc:creator>
  <cp:lastModifiedBy>水田　郁</cp:lastModifiedBy>
  <cp:revision>11</cp:revision>
  <dcterms:created xsi:type="dcterms:W3CDTF">2023-12-08T07:40:41Z</dcterms:created>
  <dcterms:modified xsi:type="dcterms:W3CDTF">2026-01-09T01:27:52Z</dcterms:modified>
</cp:coreProperties>
</file>